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Barlow Light" panose="020B0604020202020204" charset="0"/>
      <p:regular r:id="rId8"/>
      <p:bold r:id="rId9"/>
      <p:italic r:id="rId10"/>
      <p:boldItalic r:id="rId11"/>
    </p:embeddedFont>
    <p:embeddedFont>
      <p:font typeface="Calibri" panose="020F0502020204030204" pitchFamily="34" charset="0"/>
      <p:regular r:id="rId12"/>
      <p:bold r:id="rId13"/>
      <p:italic r:id="rId14"/>
      <p:boldItalic r:id="rId15"/>
    </p:embeddedFont>
    <p:embeddedFont>
      <p:font typeface="Raleway Thin" panose="020B0604020202020204" charset="0"/>
      <p:regular r:id="rId16"/>
      <p:bold r:id="rId17"/>
      <p:italic r:id="rId18"/>
      <p:boldItalic r:id="rId19"/>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8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tableStyles" Target="tableStyle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rPr dirty="0" err="1"/>
              <a:t>Fokus</a:t>
            </a:r>
            <a:r>
              <a:rPr dirty="0"/>
              <a:t> </a:t>
            </a:r>
            <a:r>
              <a:rPr dirty="0" err="1"/>
              <a:t>persoalan</a:t>
            </a:r>
            <a:r>
              <a:rPr dirty="0"/>
              <a:t> </a:t>
            </a:r>
            <a:r>
              <a:rPr dirty="0" err="1"/>
              <a:t>adalah</a:t>
            </a:r>
            <a:r>
              <a:rPr dirty="0"/>
              <a:t> </a:t>
            </a:r>
            <a:r>
              <a:rPr dirty="0" err="1"/>
              <a:t>kebutuhan</a:t>
            </a:r>
            <a:r>
              <a:rPr dirty="0"/>
              <a:t> </a:t>
            </a:r>
            <a:r>
              <a:rPr dirty="0" err="1"/>
              <a:t>layanan</a:t>
            </a:r>
            <a:r>
              <a:rPr dirty="0"/>
              <a:t> </a:t>
            </a:r>
            <a:r>
              <a:rPr dirty="0" err="1"/>
              <a:t>informasi</a:t>
            </a:r>
            <a:r>
              <a:rPr dirty="0"/>
              <a:t> dan </a:t>
            </a:r>
            <a:r>
              <a:rPr dirty="0" err="1"/>
              <a:t>pengelolaan</a:t>
            </a:r>
            <a:r>
              <a:rPr dirty="0"/>
              <a:t> </a:t>
            </a:r>
            <a:r>
              <a:rPr dirty="0" err="1"/>
              <a:t>layanan</a:t>
            </a:r>
            <a:r>
              <a:rPr dirty="0"/>
              <a:t> </a:t>
            </a:r>
            <a:r>
              <a:rPr dirty="0" err="1"/>
              <a:t>panti</a:t>
            </a:r>
            <a:r>
              <a:rPr dirty="0"/>
              <a:t> </a:t>
            </a:r>
            <a:r>
              <a:rPr dirty="0" err="1"/>
              <a:t>dalam</a:t>
            </a:r>
            <a:r>
              <a:rPr dirty="0"/>
              <a:t> </a:t>
            </a:r>
            <a:r>
              <a:rPr dirty="0" err="1"/>
              <a:t>satu</a:t>
            </a:r>
            <a:r>
              <a:rPr dirty="0"/>
              <a:t> </a:t>
            </a:r>
            <a:r>
              <a:rPr dirty="0" err="1"/>
              <a:t>sistem</a:t>
            </a:r>
            <a:r>
              <a:rPr dirty="0"/>
              <a:t>. </a:t>
            </a:r>
            <a:r>
              <a:rPr dirty="0" err="1"/>
              <a:t>Dokumen</a:t>
            </a:r>
            <a:r>
              <a:rPr dirty="0"/>
              <a:t> </a:t>
            </a:r>
            <a:r>
              <a:rPr dirty="0" err="1"/>
              <a:t>proyek</a:t>
            </a:r>
            <a:r>
              <a:rPr dirty="0"/>
              <a:t> </a:t>
            </a:r>
            <a:r>
              <a:rPr dirty="0" err="1"/>
              <a:t>belum</a:t>
            </a:r>
            <a:r>
              <a:rPr dirty="0"/>
              <a:t> </a:t>
            </a:r>
            <a:r>
              <a:rPr dirty="0" err="1"/>
              <a:t>menyertakan</a:t>
            </a:r>
            <a:r>
              <a:rPr dirty="0"/>
              <a:t> </a:t>
            </a:r>
            <a:r>
              <a:rPr dirty="0" err="1"/>
              <a:t>bukti</a:t>
            </a:r>
            <a:r>
              <a:rPr dirty="0"/>
              <a:t> </a:t>
            </a:r>
            <a:r>
              <a:rPr dirty="0" err="1"/>
              <a:t>observasi</a:t>
            </a:r>
            <a:r>
              <a:rPr dirty="0"/>
              <a:t> </a:t>
            </a:r>
            <a:r>
              <a:rPr dirty="0" err="1"/>
              <a:t>tentang</a:t>
            </a:r>
            <a:r>
              <a:rPr dirty="0"/>
              <a:t> proses yang </a:t>
            </a:r>
            <a:r>
              <a:rPr dirty="0" err="1"/>
              <a:t>berjalan</a:t>
            </a:r>
            <a:r>
              <a:rPr dirty="0"/>
              <a:t>, </a:t>
            </a:r>
            <a:r>
              <a:rPr dirty="0" err="1"/>
              <a:t>sehingga</a:t>
            </a:r>
            <a:r>
              <a:rPr dirty="0"/>
              <a:t> </a:t>
            </a:r>
            <a:r>
              <a:rPr dirty="0" err="1"/>
              <a:t>jangan</a:t>
            </a:r>
            <a:r>
              <a:rPr dirty="0"/>
              <a:t> </a:t>
            </a:r>
            <a:r>
              <a:rPr dirty="0" err="1"/>
              <a:t>menyatakan</a:t>
            </a:r>
            <a:r>
              <a:rPr dirty="0"/>
              <a:t> </a:t>
            </a:r>
            <a:r>
              <a:rPr dirty="0" err="1"/>
              <a:t>pencatatan</a:t>
            </a:r>
            <a:r>
              <a:rPr dirty="0"/>
              <a:t> </a:t>
            </a:r>
            <a:r>
              <a:rPr dirty="0" err="1"/>
              <a:t>masih</a:t>
            </a:r>
            <a:r>
              <a:rPr dirty="0"/>
              <a:t> manual, </a:t>
            </a:r>
            <a:r>
              <a:rPr dirty="0" err="1"/>
              <a:t>sering</a:t>
            </a:r>
            <a:r>
              <a:rPr dirty="0"/>
              <a:t> </a:t>
            </a:r>
            <a:r>
              <a:rPr dirty="0" err="1"/>
              <a:t>terjadi</a:t>
            </a:r>
            <a:r>
              <a:rPr dirty="0"/>
              <a:t> </a:t>
            </a:r>
            <a:r>
              <a:rPr dirty="0" err="1"/>
              <a:t>kehilangan</a:t>
            </a:r>
            <a:r>
              <a:rPr dirty="0"/>
              <a:t> data, </a:t>
            </a:r>
            <a:r>
              <a:rPr dirty="0" err="1"/>
              <a:t>atau</a:t>
            </a:r>
            <a:r>
              <a:rPr dirty="0"/>
              <a:t> </a:t>
            </a:r>
            <a:r>
              <a:rPr dirty="0" err="1"/>
              <a:t>ada</a:t>
            </a:r>
            <a:r>
              <a:rPr dirty="0"/>
              <a:t> </a:t>
            </a:r>
            <a:r>
              <a:rPr dirty="0" err="1"/>
              <a:t>peningkatan</a:t>
            </a:r>
            <a:r>
              <a:rPr dirty="0"/>
              <a:t> </a:t>
            </a:r>
            <a:r>
              <a:rPr dirty="0" err="1"/>
              <a:t>tertentu</a:t>
            </a:r>
            <a:r>
              <a:rPr dirty="0"/>
              <a:t> </a:t>
            </a:r>
            <a:r>
              <a:rPr dirty="0" err="1"/>
              <a:t>sebagai</a:t>
            </a:r>
            <a:r>
              <a:rPr dirty="0"/>
              <a:t> </a:t>
            </a:r>
            <a:r>
              <a:rPr dirty="0" err="1"/>
              <a:t>fakta</a:t>
            </a:r>
            <a:r>
              <a:rPr dirty="0"/>
              <a:t>. </a:t>
            </a:r>
            <a:r>
              <a:rPr dirty="0" err="1"/>
              <a:t>Wawancara</a:t>
            </a:r>
            <a:r>
              <a:rPr dirty="0"/>
              <a:t> </a:t>
            </a:r>
            <a:r>
              <a:rPr dirty="0" err="1"/>
              <a:t>perlu</a:t>
            </a:r>
            <a:r>
              <a:rPr dirty="0"/>
              <a:t> </a:t>
            </a:r>
            <a:r>
              <a:rPr dirty="0" err="1"/>
              <a:t>menggali</a:t>
            </a:r>
            <a:r>
              <a:rPr dirty="0"/>
              <a:t> media </a:t>
            </a:r>
            <a:r>
              <a:rPr dirty="0" err="1"/>
              <a:t>informasi</a:t>
            </a:r>
            <a:r>
              <a:rPr dirty="0"/>
              <a:t> </a:t>
            </a:r>
            <a:r>
              <a:rPr dirty="0" err="1"/>
              <a:t>saat</a:t>
            </a:r>
            <a:r>
              <a:rPr dirty="0"/>
              <a:t> </a:t>
            </a:r>
            <a:r>
              <a:rPr dirty="0" err="1"/>
              <a:t>ini</a:t>
            </a:r>
            <a:r>
              <a:rPr dirty="0"/>
              <a:t>, </a:t>
            </a:r>
            <a:r>
              <a:rPr dirty="0" err="1"/>
              <a:t>pencatatan</a:t>
            </a:r>
            <a:r>
              <a:rPr dirty="0"/>
              <a:t> </a:t>
            </a:r>
            <a:r>
              <a:rPr dirty="0" err="1"/>
              <a:t>transaksi</a:t>
            </a:r>
            <a:r>
              <a:rPr dirty="0"/>
              <a:t>, </a:t>
            </a:r>
            <a:r>
              <a:rPr dirty="0" err="1"/>
              <a:t>konfirmasi</a:t>
            </a:r>
            <a:r>
              <a:rPr dirty="0"/>
              <a:t> </a:t>
            </a:r>
            <a:r>
              <a:rPr dirty="0" err="1"/>
              <a:t>pembayaran</a:t>
            </a:r>
            <a:r>
              <a:rPr dirty="0"/>
              <a:t>, dan </a:t>
            </a:r>
            <a:r>
              <a:rPr dirty="0" err="1"/>
              <a:t>penjadwalan</a:t>
            </a:r>
            <a:r>
              <a:rPr dirty="0"/>
              <a:t> </a:t>
            </a:r>
            <a:r>
              <a:rPr dirty="0" err="1"/>
              <a:t>kunjungan</a:t>
            </a:r>
            <a:r>
              <a:rPr dirty="0"/>
              <a:t>.</a:t>
            </a:r>
          </a:p>
          <a:p>
            <a:pPr marL="0" lvl="0" indent="0" algn="l">
              <a:lnSpc>
                <a:spcPct val="100000"/>
              </a:lnSpc>
              <a:spcBef>
                <a:spcPts val="0"/>
              </a:spcBef>
              <a:spcAft>
                <a:spcPts val="0"/>
              </a:spcAft>
              <a:buSzPts val="1400"/>
              <a:buNone/>
            </a:pPr>
            <a:r>
              <a:rPr dirty="0" err="1"/>
              <a:t>Sumber</a:t>
            </a:r>
            <a:r>
              <a:rPr dirty="0"/>
              <a:t>: project_plan_ta_an_nuur_2.md, </a:t>
            </a:r>
            <a:r>
              <a:rPr dirty="0" err="1"/>
              <a:t>bagian</a:t>
            </a:r>
            <a:r>
              <a:rPr dirty="0"/>
              <a:t> 2–3. README.md, </a:t>
            </a:r>
            <a:r>
              <a:rPr dirty="0" err="1"/>
              <a:t>bagian</a:t>
            </a:r>
            <a:r>
              <a:rPr dirty="0"/>
              <a:t> Batas dan </a:t>
            </a:r>
            <a:r>
              <a:rPr dirty="0" err="1"/>
              <a:t>tindak</a:t>
            </a:r>
            <a:r>
              <a:rPr dirty="0"/>
              <a:t> </a:t>
            </a:r>
            <a:r>
              <a:rPr dirty="0" err="1"/>
              <a:t>lanjut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Pengunjung melihat informasi panti. Donatur mengisi donasi atau bantuan tanpa akun publik. Pengurus masuk ke dashboard untuk mengelola data. Donasi uang menggunakan Midtrans Sandbox dan sistem memverifikasi webhook sebelum memperbarui status. Layanan WhatsApp melalui Fonnte mengirim notifikasi sesuai peristiwa dan konfigurasi. Pengurus mengonfirmasi bantuan barang serta kunjungan. MySQL menyimpan data dan sistem menghasilkan laporan web, PDF, dan Excel.</a:t>
            </a:r>
          </a:p>
          <a:p>
            <a:pPr marL="0" lvl="0" indent="0" algn="l">
              <a:lnSpc>
                <a:spcPct val="100000"/>
              </a:lnSpc>
              <a:spcBef>
                <a:spcPts val="0"/>
              </a:spcBef>
              <a:spcAft>
                <a:spcPts val="0"/>
              </a:spcAft>
              <a:buSzPts val="1400"/>
              <a:buNone/>
            </a:pPr>
            <a:r>
              <a:t>Kontribusi usulan terletak pada penggabungan layanan sesuai kebutuhan panti, bukan klaim bahwa payment gateway atau WhatsApp merupakan teknologi baru. Integrasi langsung provider masih memerlukan konfigurasi dan pengujian.</a:t>
            </a:r>
          </a:p>
          <a:p>
            <a:pPr marL="0" lvl="0" indent="0" algn="l">
              <a:lnSpc>
                <a:spcPct val="100000"/>
              </a:lnSpc>
              <a:spcBef>
                <a:spcPts val="0"/>
              </a:spcBef>
              <a:spcAft>
                <a:spcPts val="0"/>
              </a:spcAft>
              <a:buSzPts val="1400"/>
              <a:buNone/>
            </a:pPr>
            <a:r>
              <a:t>Sumber: project_plan_ta_an_nuur_2.md bagian 5–9; README.md bagian Midtrans Sandbox dan Fonnte; routes/web.php; app/Services/MidtransService.php.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Aktor sistem adalah pengunjung, donatur, dan admin/pengurus. Pengunjung dan donatur mengakses layanan publik tanpa login. Pengurus mengelola master data dan transaksi. Data bantuan dapat dikaitkan dengan kunjungan bila diperlukan. Laporan mencakup donasi, bantuan, dan kunjungan, bukan akuntansi keuangan penuh. Data pribadi anak asuh tidak dipublikasikan secara lengkap. Sistem tidak menangani akademik anak asuh atau penggajian pengurus.</a:t>
            </a:r>
          </a:p>
          <a:p>
            <a:pPr marL="0" lvl="0" indent="0" algn="l">
              <a:lnSpc>
                <a:spcPct val="100000"/>
              </a:lnSpc>
              <a:spcBef>
                <a:spcPts val="0"/>
              </a:spcBef>
              <a:spcAft>
                <a:spcPts val="0"/>
              </a:spcAft>
              <a:buSzPts val="1400"/>
              <a:buNone/>
            </a:pPr>
            <a:r>
              <a:t>Sumber: project_plan_ta_an_nuur_2.md bagian 4–5, 10, 19; README.md bagian Modul yang tersedia; routes/web.php.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t>Kriteria penerimaan yang diusulkan: halaman utama dapat digunakan pada ponsel dan desktop tanpa konten terpotong; pengguna tanpa login tidak dapat mengakses dashboard; input tidak valid ditolak; callback berulang tidak menggandakan donasi; laporan sesuai filter periode. Target waktu respons numerik belum ditetapkan dan perlu disepakati dengan pengurus.</a:t>
            </a:r>
          </a:p>
          <a:p>
            <a:pPr marL="0" lvl="0" indent="0" algn="l">
              <a:lnSpc>
                <a:spcPct val="100000"/>
              </a:lnSpc>
              <a:spcBef>
                <a:spcPts val="0"/>
              </a:spcBef>
              <a:spcAft>
                <a:spcPts val="0"/>
              </a:spcAft>
              <a:buSzPts val="1400"/>
              <a:buNone/>
            </a:pPr>
            <a:r>
              <a:t>Pengujian direncanakan melalui black box untuk fungsi, pengujian integrasi sandbox untuk pembayaran dan notifikasi, serta UAT bersama pengurus. Tes otomatis dengan provider tiruan tidak membuktikan integrasi langsung sudah berhasil. UAT dan deployment belum dilakukan menurut README.</a:t>
            </a:r>
          </a:p>
          <a:p>
            <a:pPr marL="0" lvl="0" indent="0" algn="l">
              <a:lnSpc>
                <a:spcPct val="100000"/>
              </a:lnSpc>
              <a:spcBef>
                <a:spcPts val="0"/>
              </a:spcBef>
              <a:spcAft>
                <a:spcPts val="0"/>
              </a:spcAft>
              <a:buSzPts val="1400"/>
              <a:buNone/>
            </a:pPr>
            <a:r>
              <a:t>Teknologi proyek: Laravel, MySQL, Blade, Tailwind CSS, Alpine.js, Midtrans Sandbox, dan Fonnte.</a:t>
            </a:r>
          </a:p>
          <a:p>
            <a:pPr marL="0" lvl="0" indent="0" algn="l">
              <a:lnSpc>
                <a:spcPct val="100000"/>
              </a:lnSpc>
              <a:spcBef>
                <a:spcPts val="0"/>
              </a:spcBef>
              <a:spcAft>
                <a:spcPts val="0"/>
              </a:spcAft>
              <a:buSzPts val="1400"/>
              <a:buNone/>
            </a:pPr>
            <a:r>
              <a:t>Sumber: project_plan_ta_an_nuur_2.md bagian 9, 11, 18–19; README.md bagian Pengujian, Midtrans Sandbox, Fonnte, Batas dan tindak lanjut; app/Services/MidtransService.php.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
        <p:cNvGrpSpPr/>
        <p:nvPr/>
      </p:nvGrpSpPr>
      <p:grpSpPr>
        <a:xfrm>
          <a:off x="0" y="0"/>
          <a:ext cx="0" cy="0"/>
          <a:chOff x="0" y="0"/>
          <a:chExt cx="0" cy="0"/>
        </a:xfrm>
      </p:grpSpPr>
      <p:sp>
        <p:nvSpPr>
          <p:cNvPr id="10" name="Google Shape;10;p9">
            <a:extLst>
              <a:ext uri="{FF2B5EF4-FFF2-40B4-BE49-F238E27FC236}">
                <a16:creationId xmlns:a16="http://schemas.microsoft.com/office/drawing/2014/main" id="{BED3E1F6-F8D7-4979-8CA7-1BA4F200358E}"/>
              </a:ext>
            </a:extLst>
          </p:cNvPr>
          <p:cNvSpPr>
            <a:spLocks noGrp="1"/>
          </p:cNvSpPr>
          <p:nvPr>
            <p:ph type="ctrTitle"/>
          </p:nvPr>
        </p:nvSpPr>
        <p:spPr>
          <a:xfrm>
            <a:off x="1076325" y="1863600"/>
            <a:ext cx="4962600" cy="1416300"/>
          </a:xfrm>
          <a:prstGeom prst="rect">
            <a:avLst/>
          </a:prstGeom>
          <a:noFill/>
          <a:ln>
            <a:noFill/>
          </a:ln>
        </p:spPr>
        <p:txBody>
          <a:bodyPr spcFirstLastPara="1" wrap="square" lIns="0" tIns="0" rIns="0" bIns="0" anchor="ctr">
            <a:noAutofit/>
          </a:bodyPr>
          <a:lstStyle>
            <a:lvl1pPr algn="l">
              <a:lnSpc>
                <a:spcPct val="90000"/>
              </a:lnSpc>
              <a:spcBef>
                <a:spcPts val="0"/>
              </a:spcBef>
              <a:spcAft>
                <a:spcPts val="0"/>
              </a:spcAft>
              <a:buSzPts val="4800"/>
              <a:buNone/>
              <a:defRPr/>
            </a:lvl1pPr>
            <a:lvl2pPr algn="l">
              <a:lnSpc>
                <a:spcPct val="90000"/>
              </a:lnSpc>
              <a:spcBef>
                <a:spcPts val="0"/>
              </a:spcBef>
              <a:spcAft>
                <a:spcPts val="0"/>
              </a:spcAft>
              <a:buSzPts val="4800"/>
              <a:buNone/>
              <a:defRPr/>
            </a:lvl2pPr>
            <a:lvl3pPr algn="l">
              <a:lnSpc>
                <a:spcPct val="90000"/>
              </a:lnSpc>
              <a:spcBef>
                <a:spcPts val="0"/>
              </a:spcBef>
              <a:spcAft>
                <a:spcPts val="0"/>
              </a:spcAft>
              <a:buSzPts val="4800"/>
              <a:buNone/>
              <a:defRPr/>
            </a:lvl3pPr>
            <a:lvl4pPr algn="l">
              <a:lnSpc>
                <a:spcPct val="90000"/>
              </a:lnSpc>
              <a:spcBef>
                <a:spcPts val="0"/>
              </a:spcBef>
              <a:spcAft>
                <a:spcPts val="0"/>
              </a:spcAft>
              <a:buSzPts val="4800"/>
              <a:buNone/>
              <a:defRPr/>
            </a:lvl4pPr>
            <a:lvl5pPr algn="l">
              <a:lnSpc>
                <a:spcPct val="90000"/>
              </a:lnSpc>
              <a:spcBef>
                <a:spcPts val="0"/>
              </a:spcBef>
              <a:spcAft>
                <a:spcPts val="0"/>
              </a:spcAft>
              <a:buSzPts val="4800"/>
              <a:buNone/>
              <a:defRPr/>
            </a:lvl5pPr>
            <a:lvl6pPr algn="l">
              <a:lnSpc>
                <a:spcPct val="90000"/>
              </a:lnSpc>
              <a:spcBef>
                <a:spcPts val="0"/>
              </a:spcBef>
              <a:spcAft>
                <a:spcPts val="0"/>
              </a:spcAft>
              <a:buSzPts val="4800"/>
              <a:buNone/>
              <a:defRPr/>
            </a:lvl6pPr>
            <a:lvl7pPr algn="l">
              <a:lnSpc>
                <a:spcPct val="90000"/>
              </a:lnSpc>
              <a:spcBef>
                <a:spcPts val="0"/>
              </a:spcBef>
              <a:spcAft>
                <a:spcPts val="0"/>
              </a:spcAft>
              <a:buSzPts val="4800"/>
              <a:buNone/>
              <a:defRPr/>
            </a:lvl7pPr>
            <a:lvl8pPr algn="l">
              <a:lnSpc>
                <a:spcPct val="90000"/>
              </a:lnSpc>
              <a:spcBef>
                <a:spcPts val="0"/>
              </a:spcBef>
              <a:spcAft>
                <a:spcPts val="0"/>
              </a:spcAft>
              <a:buSzPts val="4800"/>
              <a:buNone/>
              <a:defRPr/>
            </a:lvl8pPr>
            <a:lvl9pPr algn="l">
              <a:lnSpc>
                <a:spcPct val="90000"/>
              </a:lnSpc>
              <a:spcBef>
                <a:spcPts val="0"/>
              </a:spcBef>
              <a:spcAft>
                <a:spcPts val="0"/>
              </a:spcAft>
              <a:buSzPts val="4800"/>
              <a:buNone/>
              <a:defRPr/>
            </a:lvl9pPr>
          </a:lstStyle>
          <a:p>
            <a:endParaRPr/>
          </a:p>
        </p:txBody>
      </p:sp>
      <p:sp>
        <p:nvSpPr>
          <p:cNvPr id="11" name="Google Shape;11;p9">
            <a:extLst>
              <a:ext uri="{FF2B5EF4-FFF2-40B4-BE49-F238E27FC236}">
                <a16:creationId xmlns:a16="http://schemas.microsoft.com/office/drawing/2014/main" id="{3B09D68A-2017-4277-BEC2-B85B49D2B995}"/>
              </a:ext>
            </a:extLst>
          </p:cNvPr>
          <p:cNvSpPr>
            <a:spLocks noGrp="1"/>
          </p:cNvSpPr>
          <p:nvPr/>
        </p:nvSpPr>
        <p:spPr>
          <a:xfrm rot="5400000">
            <a:off x="-303375" y="2166905"/>
            <a:ext cx="1416300" cy="809700"/>
          </a:xfrm>
          <a:prstGeom prst="triangle">
            <a:avLst>
              <a:gd name="adj" fmla="val 50000"/>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p:cSld name="TITLE_AND_TWO_COLUMNS">
    <p:spTree>
      <p:nvGrpSpPr>
        <p:cNvPr id="1" name=""/>
        <p:cNvGrpSpPr/>
        <p:nvPr/>
      </p:nvGrpSpPr>
      <p:grpSpPr>
        <a:xfrm>
          <a:off x="0" y="0"/>
          <a:ext cx="0" cy="0"/>
          <a:chOff x="0" y="0"/>
          <a:chExt cx="0" cy="0"/>
        </a:xfrm>
      </p:grpSpPr>
      <p:sp>
        <p:nvSpPr>
          <p:cNvPr id="13" name="Google Shape;13;p10">
            <a:extLst>
              <a:ext uri="{FF2B5EF4-FFF2-40B4-BE49-F238E27FC236}">
                <a16:creationId xmlns:a16="http://schemas.microsoft.com/office/drawing/2014/main" id="{01BC75B0-08D9-42D9-A652-081706E30F33}"/>
              </a:ext>
            </a:extLst>
          </p:cNvPr>
          <p:cNvSpPr>
            <a:spLocks noGrp="1"/>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4" name="Google Shape;14;p10">
            <a:extLst>
              <a:ext uri="{FF2B5EF4-FFF2-40B4-BE49-F238E27FC236}">
                <a16:creationId xmlns:a16="http://schemas.microsoft.com/office/drawing/2014/main" id="{16C1CCB9-4EBE-4DD8-89C3-AA7BA486B380}"/>
              </a:ext>
            </a:extLst>
          </p:cNvPr>
          <p:cNvSpPr>
            <a:spLocks noGrp="1"/>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5" name="Google Shape;15;p10">
            <a:extLst>
              <a:ext uri="{FF2B5EF4-FFF2-40B4-BE49-F238E27FC236}">
                <a16:creationId xmlns:a16="http://schemas.microsoft.com/office/drawing/2014/main" id="{420EEF1D-0D56-4E88-8DBF-12D66178F2A8}"/>
              </a:ext>
            </a:extLst>
          </p:cNvPr>
          <p:cNvSpPr>
            <a:spLocks noGrp="1"/>
          </p:cNvSpPr>
          <p:nvPr>
            <p:ph type="title"/>
          </p:nvPr>
        </p:nvSpPr>
        <p:spPr>
          <a:xfrm>
            <a:off x="457200" y="605600"/>
            <a:ext cx="5640900" cy="1082700"/>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SzPts val="4800"/>
              <a:buNone/>
              <a:defRPr/>
            </a:lvl1pPr>
            <a:lvl2pPr algn="l">
              <a:lnSpc>
                <a:spcPct val="80000"/>
              </a:lnSpc>
              <a:spcBef>
                <a:spcPts val="0"/>
              </a:spcBef>
              <a:spcAft>
                <a:spcPts val="0"/>
              </a:spcAft>
              <a:buSzPts val="4800"/>
              <a:buNone/>
              <a:defRPr/>
            </a:lvl2pPr>
            <a:lvl3pPr algn="l">
              <a:lnSpc>
                <a:spcPct val="80000"/>
              </a:lnSpc>
              <a:spcBef>
                <a:spcPts val="0"/>
              </a:spcBef>
              <a:spcAft>
                <a:spcPts val="0"/>
              </a:spcAft>
              <a:buSzPts val="4800"/>
              <a:buNone/>
              <a:defRPr/>
            </a:lvl3pPr>
            <a:lvl4pPr algn="l">
              <a:lnSpc>
                <a:spcPct val="80000"/>
              </a:lnSpc>
              <a:spcBef>
                <a:spcPts val="0"/>
              </a:spcBef>
              <a:spcAft>
                <a:spcPts val="0"/>
              </a:spcAft>
              <a:buSzPts val="4800"/>
              <a:buNone/>
              <a:defRPr/>
            </a:lvl4pPr>
            <a:lvl5pPr algn="l">
              <a:lnSpc>
                <a:spcPct val="80000"/>
              </a:lnSpc>
              <a:spcBef>
                <a:spcPts val="0"/>
              </a:spcBef>
              <a:spcAft>
                <a:spcPts val="0"/>
              </a:spcAft>
              <a:buSzPts val="4800"/>
              <a:buNone/>
              <a:defRPr/>
            </a:lvl5pPr>
            <a:lvl6pPr algn="l">
              <a:lnSpc>
                <a:spcPct val="80000"/>
              </a:lnSpc>
              <a:spcBef>
                <a:spcPts val="0"/>
              </a:spcBef>
              <a:spcAft>
                <a:spcPts val="0"/>
              </a:spcAft>
              <a:buSzPts val="4800"/>
              <a:buNone/>
              <a:defRPr/>
            </a:lvl6pPr>
            <a:lvl7pPr algn="l">
              <a:lnSpc>
                <a:spcPct val="80000"/>
              </a:lnSpc>
              <a:spcBef>
                <a:spcPts val="0"/>
              </a:spcBef>
              <a:spcAft>
                <a:spcPts val="0"/>
              </a:spcAft>
              <a:buSzPts val="4800"/>
              <a:buNone/>
              <a:defRPr/>
            </a:lvl7pPr>
            <a:lvl8pPr algn="l">
              <a:lnSpc>
                <a:spcPct val="80000"/>
              </a:lnSpc>
              <a:spcBef>
                <a:spcPts val="0"/>
              </a:spcBef>
              <a:spcAft>
                <a:spcPts val="0"/>
              </a:spcAft>
              <a:buSzPts val="4800"/>
              <a:buNone/>
              <a:defRPr/>
            </a:lvl8pPr>
            <a:lvl9pPr algn="l">
              <a:lnSpc>
                <a:spcPct val="80000"/>
              </a:lnSpc>
              <a:spcBef>
                <a:spcPts val="0"/>
              </a:spcBef>
              <a:spcAft>
                <a:spcPts val="0"/>
              </a:spcAft>
              <a:buSzPts val="4800"/>
              <a:buNone/>
              <a:defRPr/>
            </a:lvl9pPr>
          </a:lstStyle>
          <a:p>
            <a:endParaRPr/>
          </a:p>
        </p:txBody>
      </p:sp>
      <p:sp>
        <p:nvSpPr>
          <p:cNvPr id="16" name="Google Shape;16;p10">
            <a:extLst>
              <a:ext uri="{FF2B5EF4-FFF2-40B4-BE49-F238E27FC236}">
                <a16:creationId xmlns:a16="http://schemas.microsoft.com/office/drawing/2014/main" id="{B389B349-47B4-4152-924B-729ABD6D4141}"/>
              </a:ext>
            </a:extLst>
          </p:cNvPr>
          <p:cNvSpPr>
            <a:spLocks noGrp="1"/>
          </p:cNvSpPr>
          <p:nvPr>
            <p:ph type="body" idx="1"/>
          </p:nvPr>
        </p:nvSpPr>
        <p:spPr>
          <a:xfrm>
            <a:off x="457200" y="1995750"/>
            <a:ext cx="2682600" cy="2679000"/>
          </a:xfrm>
          <a:prstGeom prst="rect">
            <a:avLst/>
          </a:prstGeom>
          <a:noFill/>
          <a:ln>
            <a:noFill/>
          </a:ln>
        </p:spPr>
        <p:txBody>
          <a:bodyPr spcFirstLastPara="1" wrap="square" lIns="0" tIns="0" rIns="0" bIns="0" anchor="t">
            <a:noAutofit/>
          </a:bodyPr>
          <a:lstStyle>
            <a:lvl1pPr marL="457200" indent="-342900" algn="l">
              <a:lnSpc>
                <a:spcPct val="110000"/>
              </a:lnSpc>
              <a:spcBef>
                <a:spcPts val="600"/>
              </a:spcBef>
              <a:spcAft>
                <a:spcPts val="0"/>
              </a:spcAft>
              <a:buSzPts val="1800"/>
              <a:buChar char="▸"/>
              <a:defRPr sz="1800"/>
            </a:lvl1pPr>
            <a:lvl2pPr marL="914400" indent="-342900" algn="l">
              <a:lnSpc>
                <a:spcPct val="110000"/>
              </a:lnSpc>
              <a:spcBef>
                <a:spcPts val="600"/>
              </a:spcBef>
              <a:spcAft>
                <a:spcPts val="0"/>
              </a:spcAft>
              <a:buSzPts val="1800"/>
              <a:buChar char="▹"/>
              <a:defRPr sz="1800"/>
            </a:lvl2pPr>
            <a:lvl3pPr marL="1371600" indent="-342900" algn="l">
              <a:lnSpc>
                <a:spcPct val="110000"/>
              </a:lnSpc>
              <a:spcBef>
                <a:spcPts val="600"/>
              </a:spcBef>
              <a:spcAft>
                <a:spcPts val="0"/>
              </a:spcAft>
              <a:buSzPts val="1800"/>
              <a:buChar char="▹"/>
              <a:defRPr sz="1800"/>
            </a:lvl3pPr>
            <a:lvl4pPr marL="1828800" indent="-342900" algn="l">
              <a:lnSpc>
                <a:spcPct val="110000"/>
              </a:lnSpc>
              <a:spcBef>
                <a:spcPts val="600"/>
              </a:spcBef>
              <a:spcAft>
                <a:spcPts val="0"/>
              </a:spcAft>
              <a:buSzPts val="1800"/>
              <a:buChar char="▹"/>
              <a:defRPr sz="1800"/>
            </a:lvl4pPr>
            <a:lvl5pPr marL="2286000" indent="-342900" algn="l">
              <a:lnSpc>
                <a:spcPct val="110000"/>
              </a:lnSpc>
              <a:spcBef>
                <a:spcPts val="600"/>
              </a:spcBef>
              <a:spcAft>
                <a:spcPts val="0"/>
              </a:spcAft>
              <a:buSzPts val="1800"/>
              <a:buChar char="▹"/>
              <a:defRPr sz="1800"/>
            </a:lvl5pPr>
            <a:lvl6pPr marL="2743200" indent="-342900" algn="l">
              <a:lnSpc>
                <a:spcPct val="110000"/>
              </a:lnSpc>
              <a:spcBef>
                <a:spcPts val="600"/>
              </a:spcBef>
              <a:spcAft>
                <a:spcPts val="0"/>
              </a:spcAft>
              <a:buSzPts val="1800"/>
              <a:buChar char="▹"/>
              <a:defRPr sz="1800"/>
            </a:lvl6pPr>
            <a:lvl7pPr marL="3200400" indent="-342900" algn="l">
              <a:lnSpc>
                <a:spcPct val="110000"/>
              </a:lnSpc>
              <a:spcBef>
                <a:spcPts val="600"/>
              </a:spcBef>
              <a:spcAft>
                <a:spcPts val="0"/>
              </a:spcAft>
              <a:buSzPts val="1800"/>
              <a:buChar char="▹"/>
              <a:defRPr sz="1800"/>
            </a:lvl7pPr>
            <a:lvl8pPr marL="3657600" indent="-342900" algn="l">
              <a:lnSpc>
                <a:spcPct val="110000"/>
              </a:lnSpc>
              <a:spcBef>
                <a:spcPts val="600"/>
              </a:spcBef>
              <a:spcAft>
                <a:spcPts val="0"/>
              </a:spcAft>
              <a:buSzPts val="1800"/>
              <a:buChar char="▹"/>
              <a:defRPr sz="1800"/>
            </a:lvl8pPr>
            <a:lvl9pPr marL="4114800" indent="-342900" algn="l">
              <a:lnSpc>
                <a:spcPct val="110000"/>
              </a:lnSpc>
              <a:spcBef>
                <a:spcPts val="600"/>
              </a:spcBef>
              <a:spcAft>
                <a:spcPts val="0"/>
              </a:spcAft>
              <a:buSzPts val="1800"/>
              <a:buChar char="▹"/>
              <a:defRPr sz="1800"/>
            </a:lvl9pPr>
          </a:lstStyle>
          <a:p>
            <a:endParaRPr/>
          </a:p>
        </p:txBody>
      </p:sp>
      <p:sp>
        <p:nvSpPr>
          <p:cNvPr id="17" name="Google Shape;17;p10">
            <a:extLst>
              <a:ext uri="{FF2B5EF4-FFF2-40B4-BE49-F238E27FC236}">
                <a16:creationId xmlns:a16="http://schemas.microsoft.com/office/drawing/2014/main" id="{7BD34703-92A6-4725-9ED0-677F17333311}"/>
              </a:ext>
            </a:extLst>
          </p:cNvPr>
          <p:cNvSpPr>
            <a:spLocks noGrp="1"/>
          </p:cNvSpPr>
          <p:nvPr>
            <p:ph type="body" idx="2"/>
          </p:nvPr>
        </p:nvSpPr>
        <p:spPr>
          <a:xfrm>
            <a:off x="3415578" y="1995750"/>
            <a:ext cx="2682600" cy="2679000"/>
          </a:xfrm>
          <a:prstGeom prst="rect">
            <a:avLst/>
          </a:prstGeom>
          <a:noFill/>
          <a:ln>
            <a:noFill/>
          </a:ln>
        </p:spPr>
        <p:txBody>
          <a:bodyPr spcFirstLastPara="1" wrap="square" lIns="0" tIns="0" rIns="0" bIns="0" anchor="t">
            <a:noAutofit/>
          </a:bodyPr>
          <a:lstStyle>
            <a:lvl1pPr marL="457200" indent="-342900" algn="l">
              <a:lnSpc>
                <a:spcPct val="110000"/>
              </a:lnSpc>
              <a:spcBef>
                <a:spcPts val="600"/>
              </a:spcBef>
              <a:spcAft>
                <a:spcPts val="0"/>
              </a:spcAft>
              <a:buSzPts val="1800"/>
              <a:buChar char="▸"/>
              <a:defRPr sz="1800"/>
            </a:lvl1pPr>
            <a:lvl2pPr marL="914400" indent="-342900" algn="l">
              <a:lnSpc>
                <a:spcPct val="110000"/>
              </a:lnSpc>
              <a:spcBef>
                <a:spcPts val="600"/>
              </a:spcBef>
              <a:spcAft>
                <a:spcPts val="0"/>
              </a:spcAft>
              <a:buSzPts val="1800"/>
              <a:buChar char="▹"/>
              <a:defRPr sz="1800"/>
            </a:lvl2pPr>
            <a:lvl3pPr marL="1371600" indent="-342900" algn="l">
              <a:lnSpc>
                <a:spcPct val="110000"/>
              </a:lnSpc>
              <a:spcBef>
                <a:spcPts val="600"/>
              </a:spcBef>
              <a:spcAft>
                <a:spcPts val="0"/>
              </a:spcAft>
              <a:buSzPts val="1800"/>
              <a:buChar char="▹"/>
              <a:defRPr sz="1800"/>
            </a:lvl3pPr>
            <a:lvl4pPr marL="1828800" indent="-342900" algn="l">
              <a:lnSpc>
                <a:spcPct val="110000"/>
              </a:lnSpc>
              <a:spcBef>
                <a:spcPts val="600"/>
              </a:spcBef>
              <a:spcAft>
                <a:spcPts val="0"/>
              </a:spcAft>
              <a:buSzPts val="1800"/>
              <a:buChar char="▹"/>
              <a:defRPr sz="1800"/>
            </a:lvl4pPr>
            <a:lvl5pPr marL="2286000" indent="-342900" algn="l">
              <a:lnSpc>
                <a:spcPct val="110000"/>
              </a:lnSpc>
              <a:spcBef>
                <a:spcPts val="600"/>
              </a:spcBef>
              <a:spcAft>
                <a:spcPts val="0"/>
              </a:spcAft>
              <a:buSzPts val="1800"/>
              <a:buChar char="▹"/>
              <a:defRPr sz="1800"/>
            </a:lvl5pPr>
            <a:lvl6pPr marL="2743200" indent="-342900" algn="l">
              <a:lnSpc>
                <a:spcPct val="110000"/>
              </a:lnSpc>
              <a:spcBef>
                <a:spcPts val="600"/>
              </a:spcBef>
              <a:spcAft>
                <a:spcPts val="0"/>
              </a:spcAft>
              <a:buSzPts val="1800"/>
              <a:buChar char="▹"/>
              <a:defRPr sz="1800"/>
            </a:lvl6pPr>
            <a:lvl7pPr marL="3200400" indent="-342900" algn="l">
              <a:lnSpc>
                <a:spcPct val="110000"/>
              </a:lnSpc>
              <a:spcBef>
                <a:spcPts val="600"/>
              </a:spcBef>
              <a:spcAft>
                <a:spcPts val="0"/>
              </a:spcAft>
              <a:buSzPts val="1800"/>
              <a:buChar char="▹"/>
              <a:defRPr sz="1800"/>
            </a:lvl7pPr>
            <a:lvl8pPr marL="3657600" indent="-342900" algn="l">
              <a:lnSpc>
                <a:spcPct val="110000"/>
              </a:lnSpc>
              <a:spcBef>
                <a:spcPts val="600"/>
              </a:spcBef>
              <a:spcAft>
                <a:spcPts val="0"/>
              </a:spcAft>
              <a:buSzPts val="1800"/>
              <a:buChar char="▹"/>
              <a:defRPr sz="1800"/>
            </a:lvl8pPr>
            <a:lvl9pPr marL="4114800" indent="-342900" algn="l">
              <a:lnSpc>
                <a:spcPct val="110000"/>
              </a:lnSpc>
              <a:spcBef>
                <a:spcPts val="600"/>
              </a:spcBef>
              <a:spcAft>
                <a:spcPts val="0"/>
              </a:spcAft>
              <a:buSzPts val="1800"/>
              <a:buChar char="▹"/>
              <a:defRPr sz="1800"/>
            </a:lvl9pPr>
          </a:lstStyle>
          <a:p>
            <a:endParaRPr/>
          </a:p>
        </p:txBody>
      </p:sp>
      <p:sp>
        <p:nvSpPr>
          <p:cNvPr id="18" name="Google Shape;18;p10">
            <a:extLst>
              <a:ext uri="{FF2B5EF4-FFF2-40B4-BE49-F238E27FC236}">
                <a16:creationId xmlns:a16="http://schemas.microsoft.com/office/drawing/2014/main" id="{97B3F851-73BC-4845-8037-37FAB0A2D476}"/>
              </a:ext>
            </a:extLst>
          </p:cNvPr>
          <p:cNvSpPr>
            <a:spLocks noGrp="1"/>
          </p:cNvSpPr>
          <p:nvPr>
            <p:ph type="sldNum" idx="12"/>
          </p:nvPr>
        </p:nvSpPr>
        <p:spPr>
          <a:xfrm>
            <a:off x="8649025" y="4636750"/>
            <a:ext cx="456900" cy="468600"/>
          </a:xfrm>
          <a:prstGeom prst="rect">
            <a:avLst/>
          </a:prstGeom>
          <a:noFill/>
          <a:ln>
            <a:noFill/>
          </a:ln>
        </p:spPr>
        <p:txBody>
          <a:bodyPr spcFirstLastPara="1" wrap="square" lIns="0" tIns="0" rIns="0" bIns="0" anchor="b">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lt1"/>
            </a:gs>
            <a:gs pos="50000">
              <a:schemeClr val="lt1"/>
            </a:gs>
            <a:gs pos="100000">
              <a:schemeClr val="lt2"/>
            </a:gs>
          </a:gsLst>
          <a:lin ang="16200038" scaled="0"/>
        </a:gradFill>
        <a:effectLst/>
      </p:bgPr>
    </p:bg>
    <p:spTree>
      <p:nvGrpSpPr>
        <p:cNvPr id="1" name=""/>
        <p:cNvGrpSpPr/>
        <p:nvPr/>
      </p:nvGrpSpPr>
      <p:grpSpPr>
        <a:xfrm>
          <a:off x="0" y="0"/>
          <a:ext cx="0" cy="0"/>
          <a:chOff x="0" y="0"/>
          <a:chExt cx="0" cy="0"/>
        </a:xfrm>
      </p:grpSpPr>
      <p:sp>
        <p:nvSpPr>
          <p:cNvPr id="6" name="Google Shape;6;p8">
            <a:extLst>
              <a:ext uri="{FF2B5EF4-FFF2-40B4-BE49-F238E27FC236}">
                <a16:creationId xmlns:a16="http://schemas.microsoft.com/office/drawing/2014/main" id="{2E7D9BB6-B971-47EF-9B5B-423AC1C93949}"/>
              </a:ext>
            </a:extLst>
          </p:cNvPr>
          <p:cNvSpPr>
            <a:spLocks noGrp="1"/>
          </p:cNvSpPr>
          <p:nvPr>
            <p:ph type="title"/>
          </p:nvPr>
        </p:nvSpPr>
        <p:spPr>
          <a:xfrm>
            <a:off x="457200" y="605600"/>
            <a:ext cx="5640900" cy="1082700"/>
          </a:xfrm>
          <a:prstGeom prst="rect">
            <a:avLst/>
          </a:prstGeom>
          <a:noFill/>
          <a:ln>
            <a:noFill/>
          </a:ln>
        </p:spPr>
        <p:txBody>
          <a:bodyPr spcFirstLastPara="1" wrap="square" lIns="0" tIns="0" rIns="0" bIns="0" anchor="t">
            <a:noAutofit/>
          </a:bodyPr>
          <a:lstStyle>
            <a:lvl1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1pPr>
            <a:lvl2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2pPr>
            <a:lvl3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3pPr>
            <a:lvl4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4pPr>
            <a:lvl5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5pPr>
            <a:lvl6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6pPr>
            <a:lvl7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7pPr>
            <a:lvl8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8pPr>
            <a:lvl9pPr marR="0" algn="l">
              <a:lnSpc>
                <a:spcPct val="80000"/>
              </a:lnSpc>
              <a:spcBef>
                <a:spcPts val="0"/>
              </a:spcBef>
              <a:spcAft>
                <a:spcPts val="0"/>
              </a:spcAft>
              <a:buClr>
                <a:schemeClr val="accent2"/>
              </a:buClr>
              <a:buSzPts val="4800"/>
              <a:buFont typeface="Raleway Thin"/>
              <a:buNone/>
              <a:defRPr sz="4800" b="0" i="0" u="none" strike="noStrike" cap="none">
                <a:solidFill>
                  <a:schemeClr val="accent2"/>
                </a:solidFill>
                <a:latin typeface="Raleway Thin"/>
                <a:ea typeface="Raleway Thin"/>
                <a:cs typeface="Raleway Thin"/>
              </a:defRPr>
            </a:lvl9pPr>
          </a:lstStyle>
          <a:p>
            <a:endParaRPr/>
          </a:p>
        </p:txBody>
      </p:sp>
      <p:sp>
        <p:nvSpPr>
          <p:cNvPr id="7" name="Google Shape;7;p8">
            <a:extLst>
              <a:ext uri="{FF2B5EF4-FFF2-40B4-BE49-F238E27FC236}">
                <a16:creationId xmlns:a16="http://schemas.microsoft.com/office/drawing/2014/main" id="{289717A0-4877-421C-986A-4E40B7588995}"/>
              </a:ext>
            </a:extLst>
          </p:cNvPr>
          <p:cNvSpPr>
            <a:spLocks noGrp="1"/>
          </p:cNvSpPr>
          <p:nvPr>
            <p:ph type="body" idx="1"/>
          </p:nvPr>
        </p:nvSpPr>
        <p:spPr>
          <a:xfrm>
            <a:off x="457200" y="1995750"/>
            <a:ext cx="5640900" cy="2679000"/>
          </a:xfrm>
          <a:prstGeom prst="rect">
            <a:avLst/>
          </a:prstGeom>
          <a:noFill/>
          <a:ln>
            <a:noFill/>
          </a:ln>
        </p:spPr>
        <p:txBody>
          <a:bodyPr spcFirstLastPara="1" wrap="square" lIns="0" tIns="0" rIns="0" bIns="0" anchor="t">
            <a:noAutofit/>
          </a:bodyPr>
          <a:lstStyle>
            <a:lvl1pPr marL="457200" marR="0" indent="-342900" algn="l">
              <a:lnSpc>
                <a:spcPct val="110000"/>
              </a:lnSpc>
              <a:spcBef>
                <a:spcPts val="600"/>
              </a:spcBef>
              <a:spcAft>
                <a:spcPts val="0"/>
              </a:spcAft>
              <a:buClr>
                <a:schemeClr val="accent1"/>
              </a:buClr>
              <a:buSzPts val="1800"/>
              <a:buFont typeface="Barlow Light"/>
              <a:buChar char="▸"/>
              <a:defRPr sz="2000" b="0" i="0" u="none" strike="noStrike" cap="none">
                <a:solidFill>
                  <a:schemeClr val="dk1"/>
                </a:solidFill>
                <a:latin typeface="Barlow Light"/>
                <a:ea typeface="Barlow Light"/>
                <a:cs typeface="Barlow Light"/>
              </a:defRPr>
            </a:lvl1pPr>
            <a:lvl2pPr marL="914400" marR="0" indent="-342900" algn="l">
              <a:lnSpc>
                <a:spcPct val="110000"/>
              </a:lnSpc>
              <a:spcBef>
                <a:spcPts val="600"/>
              </a:spcBef>
              <a:spcAft>
                <a:spcPts val="0"/>
              </a:spcAft>
              <a:buClr>
                <a:schemeClr val="accent1"/>
              </a:buClr>
              <a:buSzPts val="1800"/>
              <a:buFont typeface="Barlow Light"/>
              <a:buChar char="▹"/>
              <a:defRPr sz="2000" b="0" i="0" u="none" strike="noStrike" cap="none">
                <a:solidFill>
                  <a:schemeClr val="dk1"/>
                </a:solidFill>
                <a:latin typeface="Barlow Light"/>
                <a:ea typeface="Barlow Light"/>
                <a:cs typeface="Barlow Light"/>
              </a:defRPr>
            </a:lvl2pPr>
            <a:lvl3pPr marL="1371600" marR="0" indent="-342900" algn="l">
              <a:lnSpc>
                <a:spcPct val="110000"/>
              </a:lnSpc>
              <a:spcBef>
                <a:spcPts val="600"/>
              </a:spcBef>
              <a:spcAft>
                <a:spcPts val="0"/>
              </a:spcAft>
              <a:buClr>
                <a:schemeClr val="accent1"/>
              </a:buClr>
              <a:buSzPts val="1800"/>
              <a:buFont typeface="Barlow Light"/>
              <a:buChar char="▹"/>
              <a:defRPr sz="2000" b="0" i="0" u="none" strike="noStrike" cap="none">
                <a:solidFill>
                  <a:schemeClr val="dk1"/>
                </a:solidFill>
                <a:latin typeface="Barlow Light"/>
                <a:ea typeface="Barlow Light"/>
                <a:cs typeface="Barlow Light"/>
              </a:defRPr>
            </a:lvl3pPr>
            <a:lvl4pPr marL="1828800" marR="0" indent="-355600" algn="l">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defRPr>
            </a:lvl4pPr>
            <a:lvl5pPr marL="2286000" marR="0" indent="-355600" algn="l">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defRPr>
            </a:lvl5pPr>
            <a:lvl6pPr marL="2743200" marR="0" indent="-355600" algn="l">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defRPr>
            </a:lvl6pPr>
            <a:lvl7pPr marL="3200400" marR="0" indent="-355600" algn="l">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defRPr>
            </a:lvl7pPr>
            <a:lvl8pPr marL="3657600" marR="0" indent="-355600" algn="l">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defRPr>
            </a:lvl8pPr>
            <a:lvl9pPr marL="4114800" marR="0" indent="-355600" algn="l">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defRPr>
            </a:lvl9pPr>
          </a:lstStyle>
          <a:p>
            <a:endParaRPr/>
          </a:p>
        </p:txBody>
      </p:sp>
      <p:sp>
        <p:nvSpPr>
          <p:cNvPr id="8" name="Google Shape;8;p8">
            <a:extLst>
              <a:ext uri="{FF2B5EF4-FFF2-40B4-BE49-F238E27FC236}">
                <a16:creationId xmlns:a16="http://schemas.microsoft.com/office/drawing/2014/main" id="{EFF82403-74FA-4736-A852-E79E5BDAD842}"/>
              </a:ext>
            </a:extLst>
          </p:cNvPr>
          <p:cNvSpPr>
            <a:spLocks noGrp="1"/>
          </p:cNvSpPr>
          <p:nvPr>
            <p:ph type="sldNum" idx="12"/>
          </p:nvPr>
        </p:nvSpPr>
        <p:spPr>
          <a:xfrm>
            <a:off x="8649025" y="4636750"/>
            <a:ext cx="456900" cy="468600"/>
          </a:xfrm>
          <a:prstGeom prst="rect">
            <a:avLst/>
          </a:prstGeom>
          <a:noFill/>
          <a:ln>
            <a:noFill/>
          </a:ln>
        </p:spPr>
        <p:txBody>
          <a:bodyPr spcFirstLastPara="1" wrap="square" lIns="0" tIns="0" rIns="0" bIns="0" anchor="b">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rlow Light"/>
                <a:ea typeface="Barlow Light"/>
                <a:cs typeface="Barlow Light"/>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Google Shape;25;p1">
            <a:extLst>
              <a:ext uri="{FF2B5EF4-FFF2-40B4-BE49-F238E27FC236}">
                <a16:creationId xmlns:a16="http://schemas.microsoft.com/office/drawing/2014/main" id="{3D2C436B-7566-424E-BC43-AC4F6D9612E5}"/>
              </a:ext>
            </a:extLst>
          </p:cNvPr>
          <p:cNvSpPr>
            <a:spLocks noGrp="1"/>
          </p:cNvSpPr>
          <p:nvPr/>
        </p:nvSpPr>
        <p:spPr>
          <a:xfrm>
            <a:off x="6323530" y="893590"/>
            <a:ext cx="1654181" cy="2242932"/>
          </a:xfrm>
          <a:custGeom>
            <a:avLst/>
            <a:gdLst/>
            <a:ahLst/>
            <a:cxnLst/>
            <a:rect l="l" t="t" r="r" b="b"/>
            <a:pathLst>
              <a:path w="2069020" h="2805419">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 name="Google Shape;26;p1">
            <a:extLst>
              <a:ext uri="{FF2B5EF4-FFF2-40B4-BE49-F238E27FC236}">
                <a16:creationId xmlns:a16="http://schemas.microsoft.com/office/drawing/2014/main" id="{B33E9780-F8F2-48C2-849E-B669F2682449}"/>
              </a:ext>
            </a:extLst>
          </p:cNvPr>
          <p:cNvSpPr>
            <a:spLocks noGrp="1"/>
          </p:cNvSpPr>
          <p:nvPr/>
        </p:nvSpPr>
        <p:spPr>
          <a:xfrm>
            <a:off x="7945804" y="3082511"/>
            <a:ext cx="17514" cy="61758"/>
          </a:xfrm>
          <a:custGeom>
            <a:avLst/>
            <a:gdLst/>
            <a:ahLst/>
            <a:cxnLst/>
            <a:rect l="l" t="t" r="r" b="b"/>
            <a:pathLst>
              <a:path w="21907" h="77247">
                <a:moveTo>
                  <a:pt x="0" y="77248"/>
                </a:moveTo>
                <a:lnTo>
                  <a:pt x="21908" y="64675"/>
                </a:lnTo>
                <a:lnTo>
                  <a:pt x="12383" y="0"/>
                </a:lnTo>
                <a:lnTo>
                  <a:pt x="0" y="77248"/>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 name="Google Shape;27;p1">
            <a:extLst>
              <a:ext uri="{FF2B5EF4-FFF2-40B4-BE49-F238E27FC236}">
                <a16:creationId xmlns:a16="http://schemas.microsoft.com/office/drawing/2014/main" id="{9C36E293-1398-4C2F-BC51-27BBB6DCC2D9}"/>
              </a:ext>
            </a:extLst>
          </p:cNvPr>
          <p:cNvSpPr>
            <a:spLocks noGrp="1"/>
          </p:cNvSpPr>
          <p:nvPr/>
        </p:nvSpPr>
        <p:spPr>
          <a:xfrm>
            <a:off x="6320712" y="896101"/>
            <a:ext cx="41807" cy="17900"/>
          </a:xfrm>
          <a:custGeom>
            <a:avLst/>
            <a:gdLst/>
            <a:ahLst/>
            <a:cxnLst/>
            <a:rect l="l" t="t" r="r" b="b"/>
            <a:pathLst>
              <a:path w="52292" h="22389">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 name="Google Shape;28;p1">
            <a:extLst>
              <a:ext uri="{FF2B5EF4-FFF2-40B4-BE49-F238E27FC236}">
                <a16:creationId xmlns:a16="http://schemas.microsoft.com/office/drawing/2014/main" id="{B8FAD852-C490-4D95-A38F-A42C5A6B7649}"/>
              </a:ext>
            </a:extLst>
          </p:cNvPr>
          <p:cNvSpPr>
            <a:spLocks noGrp="1"/>
          </p:cNvSpPr>
          <p:nvPr/>
        </p:nvSpPr>
        <p:spPr>
          <a:xfrm>
            <a:off x="6309061" y="901956"/>
            <a:ext cx="1654257" cy="2242903"/>
          </a:xfrm>
          <a:custGeom>
            <a:avLst/>
            <a:gdLst/>
            <a:ahLst/>
            <a:cxnLst/>
            <a:rect l="l" t="t" r="r" b="b"/>
            <a:pathLst>
              <a:path w="2069115" h="2805383">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 name="Google Shape;29;p1">
            <a:extLst>
              <a:ext uri="{FF2B5EF4-FFF2-40B4-BE49-F238E27FC236}">
                <a16:creationId xmlns:a16="http://schemas.microsoft.com/office/drawing/2014/main" id="{B122F242-8D5F-4A9E-B9BF-0768DDDB849F}"/>
              </a:ext>
            </a:extLst>
          </p:cNvPr>
          <p:cNvSpPr>
            <a:spLocks noGrp="1"/>
          </p:cNvSpPr>
          <p:nvPr/>
        </p:nvSpPr>
        <p:spPr>
          <a:xfrm>
            <a:off x="6306320" y="903523"/>
            <a:ext cx="1654181" cy="2242935"/>
          </a:xfrm>
          <a:custGeom>
            <a:avLst/>
            <a:gdLst/>
            <a:ahLst/>
            <a:cxnLst/>
            <a:rect l="l" t="t" r="r" b="b"/>
            <a:pathLst>
              <a:path w="2069020" h="2805423">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0" name="Google Shape;30;p1">
            <a:extLst>
              <a:ext uri="{FF2B5EF4-FFF2-40B4-BE49-F238E27FC236}">
                <a16:creationId xmlns:a16="http://schemas.microsoft.com/office/drawing/2014/main" id="{CE283C71-158E-4FBD-87A1-1E1FD10D8565}"/>
              </a:ext>
            </a:extLst>
          </p:cNvPr>
          <p:cNvSpPr>
            <a:spLocks noGrp="1"/>
          </p:cNvSpPr>
          <p:nvPr/>
        </p:nvSpPr>
        <p:spPr>
          <a:xfrm>
            <a:off x="6326272" y="929820"/>
            <a:ext cx="1613439" cy="2137765"/>
          </a:xfrm>
          <a:custGeom>
            <a:avLst/>
            <a:gdLst/>
            <a:ahLst/>
            <a:cxnLst/>
            <a:rect l="l" t="t" r="r" b="b"/>
            <a:pathLst>
              <a:path w="2018061" h="2673878">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1" name="Google Shape;31;p1">
            <a:extLst>
              <a:ext uri="{FF2B5EF4-FFF2-40B4-BE49-F238E27FC236}">
                <a16:creationId xmlns:a16="http://schemas.microsoft.com/office/drawing/2014/main" id="{3FA7D220-1C3D-4AF3-9103-7847856BEA97}"/>
              </a:ext>
            </a:extLst>
          </p:cNvPr>
          <p:cNvSpPr>
            <a:spLocks noGrp="1"/>
          </p:cNvSpPr>
          <p:nvPr/>
        </p:nvSpPr>
        <p:spPr>
          <a:xfrm>
            <a:off x="6326119" y="928981"/>
            <a:ext cx="1613439" cy="2137691"/>
          </a:xfrm>
          <a:custGeom>
            <a:avLst/>
            <a:gdLst/>
            <a:ahLst/>
            <a:cxnLst/>
            <a:rect l="l" t="t" r="r" b="b"/>
            <a:pathLst>
              <a:path w="2018061" h="2673785">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2" name="Google Shape;32;p1">
            <a:extLst>
              <a:ext uri="{FF2B5EF4-FFF2-40B4-BE49-F238E27FC236}">
                <a16:creationId xmlns:a16="http://schemas.microsoft.com/office/drawing/2014/main" id="{04B49FDA-9856-4DCB-964A-6A12923597CD}"/>
              </a:ext>
            </a:extLst>
          </p:cNvPr>
          <p:cNvSpPr>
            <a:spLocks noGrp="1"/>
          </p:cNvSpPr>
          <p:nvPr/>
        </p:nvSpPr>
        <p:spPr>
          <a:xfrm>
            <a:off x="5144045" y="2269608"/>
            <a:ext cx="2750960" cy="1588293"/>
          </a:xfrm>
          <a:custGeom>
            <a:avLst/>
            <a:gdLst/>
            <a:ahLst/>
            <a:cxnLst/>
            <a:rect l="l" t="t" r="r" b="b"/>
            <a:pathLst>
              <a:path w="3440851" h="1986608">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3" name="Google Shape;33;p1">
            <a:extLst>
              <a:ext uri="{FF2B5EF4-FFF2-40B4-BE49-F238E27FC236}">
                <a16:creationId xmlns:a16="http://schemas.microsoft.com/office/drawing/2014/main" id="{8CBEB72A-49D7-45CB-8D7B-B4A9B4F3C345}"/>
              </a:ext>
            </a:extLst>
          </p:cNvPr>
          <p:cNvSpPr>
            <a:spLocks noGrp="1"/>
          </p:cNvSpPr>
          <p:nvPr/>
        </p:nvSpPr>
        <p:spPr>
          <a:xfrm>
            <a:off x="5178433" y="2248590"/>
            <a:ext cx="2750993" cy="1588673"/>
          </a:xfrm>
          <a:custGeom>
            <a:avLst/>
            <a:gdLst/>
            <a:ahLst/>
            <a:cxnLst/>
            <a:rect l="l" t="t" r="r" b="b"/>
            <a:pathLst>
              <a:path w="3440892" h="1987084">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4" name="Google Shape;34;p1">
            <a:extLst>
              <a:ext uri="{FF2B5EF4-FFF2-40B4-BE49-F238E27FC236}">
                <a16:creationId xmlns:a16="http://schemas.microsoft.com/office/drawing/2014/main" id="{EA438B13-8E02-46F7-AF79-4ACA1F7C2436}"/>
              </a:ext>
            </a:extLst>
          </p:cNvPr>
          <p:cNvSpPr>
            <a:spLocks noGrp="1"/>
          </p:cNvSpPr>
          <p:nvPr/>
        </p:nvSpPr>
        <p:spPr>
          <a:xfrm>
            <a:off x="5178427" y="2869513"/>
            <a:ext cx="33354" cy="29623"/>
          </a:xfrm>
          <a:custGeom>
            <a:avLst/>
            <a:gdLst/>
            <a:ahLst/>
            <a:cxnLst/>
            <a:rect l="l" t="t" r="r" b="b"/>
            <a:pathLst>
              <a:path w="41719" h="37052">
                <a:moveTo>
                  <a:pt x="0" y="37052"/>
                </a:moveTo>
                <a:lnTo>
                  <a:pt x="0" y="0"/>
                </a:lnTo>
                <a:lnTo>
                  <a:pt x="41719" y="17431"/>
                </a:lnTo>
                <a:lnTo>
                  <a:pt x="0" y="37052"/>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5" name="Google Shape;35;p1">
            <a:extLst>
              <a:ext uri="{FF2B5EF4-FFF2-40B4-BE49-F238E27FC236}">
                <a16:creationId xmlns:a16="http://schemas.microsoft.com/office/drawing/2014/main" id="{6EE3303A-B1E1-453C-BC84-60DC2CF00374}"/>
              </a:ext>
            </a:extLst>
          </p:cNvPr>
          <p:cNvSpPr>
            <a:spLocks noGrp="1"/>
          </p:cNvSpPr>
          <p:nvPr/>
        </p:nvSpPr>
        <p:spPr>
          <a:xfrm>
            <a:off x="7904758" y="3159654"/>
            <a:ext cx="24672" cy="32516"/>
          </a:xfrm>
          <a:custGeom>
            <a:avLst/>
            <a:gdLst/>
            <a:ahLst/>
            <a:cxnLst/>
            <a:rect l="l" t="t" r="r" b="b"/>
            <a:pathLst>
              <a:path w="30860" h="40671">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6" name="Google Shape;36;p1">
            <a:extLst>
              <a:ext uri="{FF2B5EF4-FFF2-40B4-BE49-F238E27FC236}">
                <a16:creationId xmlns:a16="http://schemas.microsoft.com/office/drawing/2014/main" id="{1B329161-311E-4397-8D46-EED908F7FA5E}"/>
              </a:ext>
            </a:extLst>
          </p:cNvPr>
          <p:cNvSpPr>
            <a:spLocks noGrp="1"/>
          </p:cNvSpPr>
          <p:nvPr/>
        </p:nvSpPr>
        <p:spPr>
          <a:xfrm>
            <a:off x="5178433" y="2223936"/>
            <a:ext cx="2750993" cy="1588301"/>
          </a:xfrm>
          <a:custGeom>
            <a:avLst/>
            <a:gdLst/>
            <a:ahLst/>
            <a:cxnLst/>
            <a:rect l="l" t="t" r="r" b="b"/>
            <a:pathLst>
              <a:path w="3440892" h="1986618">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7" name="Google Shape;37;p1">
            <a:extLst>
              <a:ext uri="{FF2B5EF4-FFF2-40B4-BE49-F238E27FC236}">
                <a16:creationId xmlns:a16="http://schemas.microsoft.com/office/drawing/2014/main" id="{A2BF1B41-8002-48A5-884C-67C7C81B6BD6}"/>
              </a:ext>
            </a:extLst>
          </p:cNvPr>
          <p:cNvSpPr>
            <a:spLocks noGrp="1"/>
          </p:cNvSpPr>
          <p:nvPr/>
        </p:nvSpPr>
        <p:spPr>
          <a:xfrm>
            <a:off x="5178433" y="2220109"/>
            <a:ext cx="2750993" cy="1588293"/>
          </a:xfrm>
          <a:custGeom>
            <a:avLst/>
            <a:gdLst/>
            <a:ahLst/>
            <a:cxnLst/>
            <a:rect l="l" t="t" r="r" b="b"/>
            <a:pathLst>
              <a:path w="3440892" h="1986608">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8" name="Google Shape;38;p1">
            <a:extLst>
              <a:ext uri="{FF2B5EF4-FFF2-40B4-BE49-F238E27FC236}">
                <a16:creationId xmlns:a16="http://schemas.microsoft.com/office/drawing/2014/main" id="{6AAAEDB0-C535-4286-88E9-9EFF31691966}"/>
              </a:ext>
            </a:extLst>
          </p:cNvPr>
          <p:cNvSpPr>
            <a:spLocks noGrp="1"/>
          </p:cNvSpPr>
          <p:nvPr/>
        </p:nvSpPr>
        <p:spPr>
          <a:xfrm>
            <a:off x="6147575" y="2338202"/>
            <a:ext cx="176328" cy="101761"/>
          </a:xfrm>
          <a:custGeom>
            <a:avLst/>
            <a:gdLst/>
            <a:ahLst/>
            <a:cxnLst/>
            <a:rect l="l" t="t" r="r" b="b"/>
            <a:pathLst>
              <a:path w="220549" h="127281">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39" name="Google Shape;39;p1">
            <a:extLst>
              <a:ext uri="{FF2B5EF4-FFF2-40B4-BE49-F238E27FC236}">
                <a16:creationId xmlns:a16="http://schemas.microsoft.com/office/drawing/2014/main" id="{AA83B684-C6F8-4C5A-B605-7203173C86EE}"/>
              </a:ext>
            </a:extLst>
          </p:cNvPr>
          <p:cNvSpPr>
            <a:spLocks noGrp="1"/>
          </p:cNvSpPr>
          <p:nvPr/>
        </p:nvSpPr>
        <p:spPr>
          <a:xfrm>
            <a:off x="6251345" y="2398105"/>
            <a:ext cx="176308" cy="101761"/>
          </a:xfrm>
          <a:custGeom>
            <a:avLst/>
            <a:gdLst/>
            <a:ahLst/>
            <a:cxnLst/>
            <a:rect l="l" t="t" r="r" b="b"/>
            <a:pathLst>
              <a:path w="220524" h="127281">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0" name="Google Shape;40;p1">
            <a:extLst>
              <a:ext uri="{FF2B5EF4-FFF2-40B4-BE49-F238E27FC236}">
                <a16:creationId xmlns:a16="http://schemas.microsoft.com/office/drawing/2014/main" id="{1BFA8193-176F-40D2-9CE3-D2ABB4BCC05B}"/>
              </a:ext>
            </a:extLst>
          </p:cNvPr>
          <p:cNvSpPr>
            <a:spLocks noGrp="1"/>
          </p:cNvSpPr>
          <p:nvPr/>
        </p:nvSpPr>
        <p:spPr>
          <a:xfrm>
            <a:off x="6356004" y="2458688"/>
            <a:ext cx="176303" cy="101705"/>
          </a:xfrm>
          <a:custGeom>
            <a:avLst/>
            <a:gdLst/>
            <a:ahLst/>
            <a:cxnLst/>
            <a:rect l="l" t="t" r="r" b="b"/>
            <a:pathLst>
              <a:path w="220517" h="127212">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1" name="Google Shape;41;p1">
            <a:extLst>
              <a:ext uri="{FF2B5EF4-FFF2-40B4-BE49-F238E27FC236}">
                <a16:creationId xmlns:a16="http://schemas.microsoft.com/office/drawing/2014/main" id="{3AB06530-0BD6-46B5-AADA-8EDBD8171D20}"/>
              </a:ext>
            </a:extLst>
          </p:cNvPr>
          <p:cNvSpPr>
            <a:spLocks noGrp="1"/>
          </p:cNvSpPr>
          <p:nvPr/>
        </p:nvSpPr>
        <p:spPr>
          <a:xfrm>
            <a:off x="6458886" y="2517921"/>
            <a:ext cx="176303" cy="101761"/>
          </a:xfrm>
          <a:custGeom>
            <a:avLst/>
            <a:gdLst/>
            <a:ahLst/>
            <a:cxnLst/>
            <a:rect l="l" t="t" r="r" b="b"/>
            <a:pathLst>
              <a:path w="220517" h="127281">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2" name="Google Shape;42;p1">
            <a:extLst>
              <a:ext uri="{FF2B5EF4-FFF2-40B4-BE49-F238E27FC236}">
                <a16:creationId xmlns:a16="http://schemas.microsoft.com/office/drawing/2014/main" id="{7CB7D198-2D52-4969-AD91-8F5C183CF130}"/>
              </a:ext>
            </a:extLst>
          </p:cNvPr>
          <p:cNvSpPr>
            <a:spLocks noGrp="1"/>
          </p:cNvSpPr>
          <p:nvPr/>
        </p:nvSpPr>
        <p:spPr>
          <a:xfrm>
            <a:off x="6562625" y="2577825"/>
            <a:ext cx="176340" cy="101761"/>
          </a:xfrm>
          <a:custGeom>
            <a:avLst/>
            <a:gdLst/>
            <a:ahLst/>
            <a:cxnLst/>
            <a:rect l="l" t="t" r="r" b="b"/>
            <a:pathLst>
              <a:path w="220563" h="127281">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3" name="Google Shape;43;p1">
            <a:extLst>
              <a:ext uri="{FF2B5EF4-FFF2-40B4-BE49-F238E27FC236}">
                <a16:creationId xmlns:a16="http://schemas.microsoft.com/office/drawing/2014/main" id="{75F010FB-C8F3-4746-8797-D2A83474CD55}"/>
              </a:ext>
            </a:extLst>
          </p:cNvPr>
          <p:cNvSpPr>
            <a:spLocks noGrp="1"/>
          </p:cNvSpPr>
          <p:nvPr/>
        </p:nvSpPr>
        <p:spPr>
          <a:xfrm>
            <a:off x="6666401" y="2637722"/>
            <a:ext cx="176303" cy="101781"/>
          </a:xfrm>
          <a:custGeom>
            <a:avLst/>
            <a:gdLst/>
            <a:ahLst/>
            <a:cxnLst/>
            <a:rect l="l" t="t" r="r" b="b"/>
            <a:pathLst>
              <a:path w="220517" h="127307">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4" name="Google Shape;44;p1">
            <a:extLst>
              <a:ext uri="{FF2B5EF4-FFF2-40B4-BE49-F238E27FC236}">
                <a16:creationId xmlns:a16="http://schemas.microsoft.com/office/drawing/2014/main" id="{AE8DAE7A-9990-4613-A355-A9F6021D6AA3}"/>
              </a:ext>
            </a:extLst>
          </p:cNvPr>
          <p:cNvSpPr>
            <a:spLocks noGrp="1"/>
          </p:cNvSpPr>
          <p:nvPr/>
        </p:nvSpPr>
        <p:spPr>
          <a:xfrm>
            <a:off x="6770140" y="2697333"/>
            <a:ext cx="176340" cy="101975"/>
          </a:xfrm>
          <a:custGeom>
            <a:avLst/>
            <a:gdLst/>
            <a:ahLst/>
            <a:cxnLst/>
            <a:rect l="l" t="t" r="r" b="b"/>
            <a:pathLst>
              <a:path w="220563" h="127549">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5" name="Google Shape;45;p1">
            <a:extLst>
              <a:ext uri="{FF2B5EF4-FFF2-40B4-BE49-F238E27FC236}">
                <a16:creationId xmlns:a16="http://schemas.microsoft.com/office/drawing/2014/main" id="{4918778E-81D2-4C34-9ED7-D8FCB8E0CC87}"/>
              </a:ext>
            </a:extLst>
          </p:cNvPr>
          <p:cNvSpPr>
            <a:spLocks noGrp="1"/>
          </p:cNvSpPr>
          <p:nvPr/>
        </p:nvSpPr>
        <p:spPr>
          <a:xfrm>
            <a:off x="6873783" y="2757544"/>
            <a:ext cx="176340" cy="101726"/>
          </a:xfrm>
          <a:custGeom>
            <a:avLst/>
            <a:gdLst/>
            <a:ahLst/>
            <a:cxnLst/>
            <a:rect l="l" t="t" r="r" b="b"/>
            <a:pathLst>
              <a:path w="220563" h="127238">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6" name="Google Shape;46;p1">
            <a:extLst>
              <a:ext uri="{FF2B5EF4-FFF2-40B4-BE49-F238E27FC236}">
                <a16:creationId xmlns:a16="http://schemas.microsoft.com/office/drawing/2014/main" id="{9F2BB4AA-584E-4FDE-A2D9-4C01A789E8F9}"/>
              </a:ext>
            </a:extLst>
          </p:cNvPr>
          <p:cNvSpPr>
            <a:spLocks noGrp="1"/>
          </p:cNvSpPr>
          <p:nvPr/>
        </p:nvSpPr>
        <p:spPr>
          <a:xfrm>
            <a:off x="6977712" y="2817448"/>
            <a:ext cx="176303" cy="101776"/>
          </a:xfrm>
          <a:custGeom>
            <a:avLst/>
            <a:gdLst/>
            <a:ahLst/>
            <a:cxnLst/>
            <a:rect l="l" t="t" r="r" b="b"/>
            <a:pathLst>
              <a:path w="220517" h="12730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7" name="Google Shape;47;p1">
            <a:extLst>
              <a:ext uri="{FF2B5EF4-FFF2-40B4-BE49-F238E27FC236}">
                <a16:creationId xmlns:a16="http://schemas.microsoft.com/office/drawing/2014/main" id="{06D61655-DD68-426D-A5DB-552332088E6A}"/>
              </a:ext>
            </a:extLst>
          </p:cNvPr>
          <p:cNvSpPr>
            <a:spLocks noGrp="1"/>
          </p:cNvSpPr>
          <p:nvPr/>
        </p:nvSpPr>
        <p:spPr>
          <a:xfrm>
            <a:off x="7081451" y="2877374"/>
            <a:ext cx="176340" cy="101747"/>
          </a:xfrm>
          <a:custGeom>
            <a:avLst/>
            <a:gdLst/>
            <a:ahLst/>
            <a:cxnLst/>
            <a:rect l="l" t="t" r="r" b="b"/>
            <a:pathLst>
              <a:path w="220563" h="127264">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8" name="Google Shape;48;p1">
            <a:extLst>
              <a:ext uri="{FF2B5EF4-FFF2-40B4-BE49-F238E27FC236}">
                <a16:creationId xmlns:a16="http://schemas.microsoft.com/office/drawing/2014/main" id="{77761084-F7CD-4113-A296-780D4C435E99}"/>
              </a:ext>
            </a:extLst>
          </p:cNvPr>
          <p:cNvSpPr>
            <a:spLocks noGrp="1"/>
          </p:cNvSpPr>
          <p:nvPr/>
        </p:nvSpPr>
        <p:spPr>
          <a:xfrm>
            <a:off x="7185227" y="2937293"/>
            <a:ext cx="176303" cy="101733"/>
          </a:xfrm>
          <a:custGeom>
            <a:avLst/>
            <a:gdLst/>
            <a:ahLst/>
            <a:cxnLst/>
            <a:rect l="l" t="t" r="r" b="b"/>
            <a:pathLst>
              <a:path w="220517" h="127246">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49" name="Google Shape;49;p1">
            <a:extLst>
              <a:ext uri="{FF2B5EF4-FFF2-40B4-BE49-F238E27FC236}">
                <a16:creationId xmlns:a16="http://schemas.microsoft.com/office/drawing/2014/main" id="{1244B4D1-645B-4E2E-8B6A-001A81C7FC24}"/>
              </a:ext>
            </a:extLst>
          </p:cNvPr>
          <p:cNvSpPr>
            <a:spLocks noGrp="1"/>
          </p:cNvSpPr>
          <p:nvPr/>
        </p:nvSpPr>
        <p:spPr>
          <a:xfrm>
            <a:off x="7288966" y="2997196"/>
            <a:ext cx="176340" cy="101747"/>
          </a:xfrm>
          <a:custGeom>
            <a:avLst/>
            <a:gdLst/>
            <a:ahLst/>
            <a:cxnLst/>
            <a:rect l="l" t="t" r="r" b="b"/>
            <a:pathLst>
              <a:path w="220563" h="127264">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0" name="Google Shape;50;p1">
            <a:extLst>
              <a:ext uri="{FF2B5EF4-FFF2-40B4-BE49-F238E27FC236}">
                <a16:creationId xmlns:a16="http://schemas.microsoft.com/office/drawing/2014/main" id="{4E69D158-1A10-46AA-BA73-881C3DAC17CA}"/>
              </a:ext>
            </a:extLst>
          </p:cNvPr>
          <p:cNvSpPr>
            <a:spLocks noGrp="1"/>
          </p:cNvSpPr>
          <p:nvPr/>
        </p:nvSpPr>
        <p:spPr>
          <a:xfrm>
            <a:off x="7392762" y="3057094"/>
            <a:ext cx="176308" cy="101776"/>
          </a:xfrm>
          <a:custGeom>
            <a:avLst/>
            <a:gdLst/>
            <a:ahLst/>
            <a:cxnLst/>
            <a:rect l="l" t="t" r="r" b="b"/>
            <a:pathLst>
              <a:path w="220524" h="12730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1" name="Google Shape;51;p1">
            <a:extLst>
              <a:ext uri="{FF2B5EF4-FFF2-40B4-BE49-F238E27FC236}">
                <a16:creationId xmlns:a16="http://schemas.microsoft.com/office/drawing/2014/main" id="{8FD53078-F0D8-46B1-8617-1AB907416119}"/>
              </a:ext>
            </a:extLst>
          </p:cNvPr>
          <p:cNvSpPr>
            <a:spLocks noGrp="1"/>
          </p:cNvSpPr>
          <p:nvPr/>
        </p:nvSpPr>
        <p:spPr>
          <a:xfrm>
            <a:off x="7496817" y="3117012"/>
            <a:ext cx="226284" cy="130594"/>
          </a:xfrm>
          <a:custGeom>
            <a:avLst/>
            <a:gdLst/>
            <a:ahLst/>
            <a:cxnLst/>
            <a:rect l="l" t="t" r="r" b="b"/>
            <a:pathLst>
              <a:path w="283033" h="163345">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2" name="Google Shape;52;p1">
            <a:extLst>
              <a:ext uri="{FF2B5EF4-FFF2-40B4-BE49-F238E27FC236}">
                <a16:creationId xmlns:a16="http://schemas.microsoft.com/office/drawing/2014/main" id="{81313C4F-68FC-4CB1-A0C8-4B5342D73C41}"/>
              </a:ext>
            </a:extLst>
          </p:cNvPr>
          <p:cNvSpPr>
            <a:spLocks noGrp="1"/>
          </p:cNvSpPr>
          <p:nvPr/>
        </p:nvSpPr>
        <p:spPr>
          <a:xfrm>
            <a:off x="6200901" y="2485113"/>
            <a:ext cx="176340" cy="101782"/>
          </a:xfrm>
          <a:custGeom>
            <a:avLst/>
            <a:gdLst/>
            <a:ahLst/>
            <a:cxnLst/>
            <a:rect l="l" t="t" r="r" b="b"/>
            <a:pathLst>
              <a:path w="220563" h="127308">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3" name="Google Shape;53;p1">
            <a:extLst>
              <a:ext uri="{FF2B5EF4-FFF2-40B4-BE49-F238E27FC236}">
                <a16:creationId xmlns:a16="http://schemas.microsoft.com/office/drawing/2014/main" id="{E820F47F-64BE-4275-8F81-AD08E6692359}"/>
              </a:ext>
            </a:extLst>
          </p:cNvPr>
          <p:cNvSpPr>
            <a:spLocks noGrp="1"/>
          </p:cNvSpPr>
          <p:nvPr/>
        </p:nvSpPr>
        <p:spPr>
          <a:xfrm>
            <a:off x="6304849" y="2544968"/>
            <a:ext cx="176340" cy="101974"/>
          </a:xfrm>
          <a:custGeom>
            <a:avLst/>
            <a:gdLst/>
            <a:ahLst/>
            <a:cxnLst/>
            <a:rect l="l" t="t" r="r" b="b"/>
            <a:pathLst>
              <a:path w="220563" h="127548">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4" name="Google Shape;54;p1">
            <a:extLst>
              <a:ext uri="{FF2B5EF4-FFF2-40B4-BE49-F238E27FC236}">
                <a16:creationId xmlns:a16="http://schemas.microsoft.com/office/drawing/2014/main" id="{F05F4AF7-DF16-42A0-B474-487C6C8E4518}"/>
              </a:ext>
            </a:extLst>
          </p:cNvPr>
          <p:cNvSpPr>
            <a:spLocks noGrp="1"/>
          </p:cNvSpPr>
          <p:nvPr/>
        </p:nvSpPr>
        <p:spPr>
          <a:xfrm>
            <a:off x="6408797" y="2605136"/>
            <a:ext cx="176340" cy="101776"/>
          </a:xfrm>
          <a:custGeom>
            <a:avLst/>
            <a:gdLst/>
            <a:ahLst/>
            <a:cxnLst/>
            <a:rect l="l" t="t" r="r" b="b"/>
            <a:pathLst>
              <a:path w="220563" h="12730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5" name="Google Shape;55;p1">
            <a:extLst>
              <a:ext uri="{FF2B5EF4-FFF2-40B4-BE49-F238E27FC236}">
                <a16:creationId xmlns:a16="http://schemas.microsoft.com/office/drawing/2014/main" id="{C336F610-7561-4842-BBB4-F5148B73989E}"/>
              </a:ext>
            </a:extLst>
          </p:cNvPr>
          <p:cNvSpPr>
            <a:spLocks noGrp="1"/>
          </p:cNvSpPr>
          <p:nvPr/>
        </p:nvSpPr>
        <p:spPr>
          <a:xfrm>
            <a:off x="6512745" y="2665172"/>
            <a:ext cx="176340" cy="101747"/>
          </a:xfrm>
          <a:custGeom>
            <a:avLst/>
            <a:gdLst/>
            <a:ahLst/>
            <a:cxnLst/>
            <a:rect l="l" t="t" r="r" b="b"/>
            <a:pathLst>
              <a:path w="220563" h="127264">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6" name="Google Shape;56;p1">
            <a:extLst>
              <a:ext uri="{FF2B5EF4-FFF2-40B4-BE49-F238E27FC236}">
                <a16:creationId xmlns:a16="http://schemas.microsoft.com/office/drawing/2014/main" id="{1EE27D19-AA8F-4ACE-BF11-943C728DCB4E}"/>
              </a:ext>
            </a:extLst>
          </p:cNvPr>
          <p:cNvSpPr>
            <a:spLocks noGrp="1"/>
          </p:cNvSpPr>
          <p:nvPr/>
        </p:nvSpPr>
        <p:spPr>
          <a:xfrm>
            <a:off x="6615856" y="2724688"/>
            <a:ext cx="176340" cy="101776"/>
          </a:xfrm>
          <a:custGeom>
            <a:avLst/>
            <a:gdLst/>
            <a:ahLst/>
            <a:cxnLst/>
            <a:rect l="l" t="t" r="r" b="b"/>
            <a:pathLst>
              <a:path w="220563" h="12730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7" name="Google Shape;57;p1">
            <a:extLst>
              <a:ext uri="{FF2B5EF4-FFF2-40B4-BE49-F238E27FC236}">
                <a16:creationId xmlns:a16="http://schemas.microsoft.com/office/drawing/2014/main" id="{E76F82F6-2C5D-4532-9B5B-03DB2F7F40B5}"/>
              </a:ext>
            </a:extLst>
          </p:cNvPr>
          <p:cNvSpPr>
            <a:spLocks noGrp="1"/>
          </p:cNvSpPr>
          <p:nvPr/>
        </p:nvSpPr>
        <p:spPr>
          <a:xfrm>
            <a:off x="6719803" y="2784468"/>
            <a:ext cx="176340" cy="101782"/>
          </a:xfrm>
          <a:custGeom>
            <a:avLst/>
            <a:gdLst/>
            <a:ahLst/>
            <a:cxnLst/>
            <a:rect l="l" t="t" r="r" b="b"/>
            <a:pathLst>
              <a:path w="220563" h="127308">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8" name="Google Shape;58;p1">
            <a:extLst>
              <a:ext uri="{FF2B5EF4-FFF2-40B4-BE49-F238E27FC236}">
                <a16:creationId xmlns:a16="http://schemas.microsoft.com/office/drawing/2014/main" id="{0007642D-048A-433A-AE3D-0BFC142910E5}"/>
              </a:ext>
            </a:extLst>
          </p:cNvPr>
          <p:cNvSpPr>
            <a:spLocks noGrp="1"/>
          </p:cNvSpPr>
          <p:nvPr/>
        </p:nvSpPr>
        <p:spPr>
          <a:xfrm>
            <a:off x="6823751" y="2844704"/>
            <a:ext cx="176340" cy="101782"/>
          </a:xfrm>
          <a:custGeom>
            <a:avLst/>
            <a:gdLst/>
            <a:ahLst/>
            <a:cxnLst/>
            <a:rect l="l" t="t" r="r" b="b"/>
            <a:pathLst>
              <a:path w="220563" h="127308">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59" name="Google Shape;59;p1">
            <a:extLst>
              <a:ext uri="{FF2B5EF4-FFF2-40B4-BE49-F238E27FC236}">
                <a16:creationId xmlns:a16="http://schemas.microsoft.com/office/drawing/2014/main" id="{938F1E8C-18FD-41D5-947E-7E8A4EFE85A6}"/>
              </a:ext>
            </a:extLst>
          </p:cNvPr>
          <p:cNvSpPr>
            <a:spLocks noGrp="1"/>
          </p:cNvSpPr>
          <p:nvPr/>
        </p:nvSpPr>
        <p:spPr>
          <a:xfrm>
            <a:off x="6927699" y="2904712"/>
            <a:ext cx="176340" cy="101782"/>
          </a:xfrm>
          <a:custGeom>
            <a:avLst/>
            <a:gdLst/>
            <a:ahLst/>
            <a:cxnLst/>
            <a:rect l="l" t="t" r="r" b="b"/>
            <a:pathLst>
              <a:path w="220563" h="127308">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0" name="Google Shape;60;p1">
            <a:extLst>
              <a:ext uri="{FF2B5EF4-FFF2-40B4-BE49-F238E27FC236}">
                <a16:creationId xmlns:a16="http://schemas.microsoft.com/office/drawing/2014/main" id="{DC8392BD-EC5D-49B6-B211-5C4BE3B44FE4}"/>
              </a:ext>
            </a:extLst>
          </p:cNvPr>
          <p:cNvSpPr>
            <a:spLocks noGrp="1"/>
          </p:cNvSpPr>
          <p:nvPr/>
        </p:nvSpPr>
        <p:spPr>
          <a:xfrm>
            <a:off x="7031648" y="2964720"/>
            <a:ext cx="176308" cy="101781"/>
          </a:xfrm>
          <a:custGeom>
            <a:avLst/>
            <a:gdLst/>
            <a:ahLst/>
            <a:cxnLst/>
            <a:rect l="l" t="t" r="r" b="b"/>
            <a:pathLst>
              <a:path w="220524" h="127307">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1" name="Google Shape;61;p1">
            <a:extLst>
              <a:ext uri="{FF2B5EF4-FFF2-40B4-BE49-F238E27FC236}">
                <a16:creationId xmlns:a16="http://schemas.microsoft.com/office/drawing/2014/main" id="{BBF84A9A-CAC7-4A54-80DE-B458D080911D}"/>
              </a:ext>
            </a:extLst>
          </p:cNvPr>
          <p:cNvSpPr>
            <a:spLocks noGrp="1"/>
          </p:cNvSpPr>
          <p:nvPr/>
        </p:nvSpPr>
        <p:spPr>
          <a:xfrm>
            <a:off x="7135575" y="3024764"/>
            <a:ext cx="176328" cy="101747"/>
          </a:xfrm>
          <a:custGeom>
            <a:avLst/>
            <a:gdLst/>
            <a:ahLst/>
            <a:cxnLst/>
            <a:rect l="l" t="t" r="r" b="b"/>
            <a:pathLst>
              <a:path w="220549" h="127264">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2" name="Google Shape;62;p1">
            <a:extLst>
              <a:ext uri="{FF2B5EF4-FFF2-40B4-BE49-F238E27FC236}">
                <a16:creationId xmlns:a16="http://schemas.microsoft.com/office/drawing/2014/main" id="{C4DAA17D-F94B-4581-BA15-F698ED01B46E}"/>
              </a:ext>
            </a:extLst>
          </p:cNvPr>
          <p:cNvSpPr>
            <a:spLocks noGrp="1"/>
          </p:cNvSpPr>
          <p:nvPr/>
        </p:nvSpPr>
        <p:spPr>
          <a:xfrm>
            <a:off x="7239371" y="3084772"/>
            <a:ext cx="176303" cy="101708"/>
          </a:xfrm>
          <a:custGeom>
            <a:avLst/>
            <a:gdLst/>
            <a:ahLst/>
            <a:cxnLst/>
            <a:rect l="l" t="t" r="r" b="b"/>
            <a:pathLst>
              <a:path w="220517" h="127215">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3" name="Google Shape;63;p1">
            <a:extLst>
              <a:ext uri="{FF2B5EF4-FFF2-40B4-BE49-F238E27FC236}">
                <a16:creationId xmlns:a16="http://schemas.microsoft.com/office/drawing/2014/main" id="{75B00DEB-A3B3-4EEA-9499-E2DBDCAF6995}"/>
              </a:ext>
            </a:extLst>
          </p:cNvPr>
          <p:cNvSpPr>
            <a:spLocks noGrp="1"/>
          </p:cNvSpPr>
          <p:nvPr/>
        </p:nvSpPr>
        <p:spPr>
          <a:xfrm>
            <a:off x="7343472" y="3144780"/>
            <a:ext cx="176303" cy="101761"/>
          </a:xfrm>
          <a:custGeom>
            <a:avLst/>
            <a:gdLst/>
            <a:ahLst/>
            <a:cxnLst/>
            <a:rect l="l" t="t" r="r" b="b"/>
            <a:pathLst>
              <a:path w="220517" h="127281">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4" name="Google Shape;64;p1">
            <a:extLst>
              <a:ext uri="{FF2B5EF4-FFF2-40B4-BE49-F238E27FC236}">
                <a16:creationId xmlns:a16="http://schemas.microsoft.com/office/drawing/2014/main" id="{BFB8C949-C529-4F87-AAA0-A3A6CF828A03}"/>
              </a:ext>
            </a:extLst>
          </p:cNvPr>
          <p:cNvSpPr>
            <a:spLocks noGrp="1"/>
          </p:cNvSpPr>
          <p:nvPr/>
        </p:nvSpPr>
        <p:spPr>
          <a:xfrm>
            <a:off x="6046997" y="2396249"/>
            <a:ext cx="226296" cy="130637"/>
          </a:xfrm>
          <a:custGeom>
            <a:avLst/>
            <a:gdLst/>
            <a:ahLst/>
            <a:cxnLst/>
            <a:rect l="l" t="t" r="r" b="b"/>
            <a:pathLst>
              <a:path w="283047" h="163399">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5" name="Google Shape;65;p1">
            <a:extLst>
              <a:ext uri="{FF2B5EF4-FFF2-40B4-BE49-F238E27FC236}">
                <a16:creationId xmlns:a16="http://schemas.microsoft.com/office/drawing/2014/main" id="{757BA162-559E-4C60-91D3-8397C4D6EC8C}"/>
              </a:ext>
            </a:extLst>
          </p:cNvPr>
          <p:cNvSpPr>
            <a:spLocks noGrp="1"/>
          </p:cNvSpPr>
          <p:nvPr/>
        </p:nvSpPr>
        <p:spPr>
          <a:xfrm>
            <a:off x="7372986" y="3204581"/>
            <a:ext cx="250341" cy="159546"/>
          </a:xfrm>
          <a:custGeom>
            <a:avLst/>
            <a:gdLst/>
            <a:ahLst/>
            <a:cxnLst/>
            <a:rect l="l" t="t" r="r" b="b"/>
            <a:pathLst>
              <a:path w="313122" h="199558">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6" name="Google Shape;66;p1">
            <a:extLst>
              <a:ext uri="{FF2B5EF4-FFF2-40B4-BE49-F238E27FC236}">
                <a16:creationId xmlns:a16="http://schemas.microsoft.com/office/drawing/2014/main" id="{8883A4D5-7021-4FF2-91AD-55B7165A705E}"/>
              </a:ext>
            </a:extLst>
          </p:cNvPr>
          <p:cNvSpPr>
            <a:spLocks noGrp="1"/>
          </p:cNvSpPr>
          <p:nvPr/>
        </p:nvSpPr>
        <p:spPr>
          <a:xfrm>
            <a:off x="5745719" y="2570695"/>
            <a:ext cx="176303" cy="101761"/>
          </a:xfrm>
          <a:custGeom>
            <a:avLst/>
            <a:gdLst/>
            <a:ahLst/>
            <a:cxnLst/>
            <a:rect l="l" t="t" r="r" b="b"/>
            <a:pathLst>
              <a:path w="220517" h="127281">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7" name="Google Shape;67;p1">
            <a:extLst>
              <a:ext uri="{FF2B5EF4-FFF2-40B4-BE49-F238E27FC236}">
                <a16:creationId xmlns:a16="http://schemas.microsoft.com/office/drawing/2014/main" id="{11FACF68-CCCA-441B-9706-664D776D23A6}"/>
              </a:ext>
            </a:extLst>
          </p:cNvPr>
          <p:cNvSpPr>
            <a:spLocks noGrp="1"/>
          </p:cNvSpPr>
          <p:nvPr/>
        </p:nvSpPr>
        <p:spPr>
          <a:xfrm>
            <a:off x="5849154" y="2630446"/>
            <a:ext cx="176340" cy="101761"/>
          </a:xfrm>
          <a:custGeom>
            <a:avLst/>
            <a:gdLst/>
            <a:ahLst/>
            <a:cxnLst/>
            <a:rect l="l" t="t" r="r" b="b"/>
            <a:pathLst>
              <a:path w="220563" h="127281">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8" name="Google Shape;68;p1">
            <a:extLst>
              <a:ext uri="{FF2B5EF4-FFF2-40B4-BE49-F238E27FC236}">
                <a16:creationId xmlns:a16="http://schemas.microsoft.com/office/drawing/2014/main" id="{5C3AB7CD-31EA-4613-AD17-584666B78867}"/>
              </a:ext>
            </a:extLst>
          </p:cNvPr>
          <p:cNvSpPr>
            <a:spLocks noGrp="1"/>
          </p:cNvSpPr>
          <p:nvPr/>
        </p:nvSpPr>
        <p:spPr>
          <a:xfrm>
            <a:off x="5952339" y="2690178"/>
            <a:ext cx="176340" cy="101687"/>
          </a:xfrm>
          <a:custGeom>
            <a:avLst/>
            <a:gdLst/>
            <a:ahLst/>
            <a:cxnLst/>
            <a:rect l="l" t="t" r="r" b="b"/>
            <a:pathLst>
              <a:path w="220563" h="127189">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69" name="Google Shape;69;p1">
            <a:extLst>
              <a:ext uri="{FF2B5EF4-FFF2-40B4-BE49-F238E27FC236}">
                <a16:creationId xmlns:a16="http://schemas.microsoft.com/office/drawing/2014/main" id="{E07AB1E5-4B9B-4C0C-AF8E-8877EE4E0A70}"/>
              </a:ext>
            </a:extLst>
          </p:cNvPr>
          <p:cNvSpPr>
            <a:spLocks noGrp="1"/>
          </p:cNvSpPr>
          <p:nvPr/>
        </p:nvSpPr>
        <p:spPr>
          <a:xfrm>
            <a:off x="6833784" y="3198895"/>
            <a:ext cx="176328" cy="101776"/>
          </a:xfrm>
          <a:custGeom>
            <a:avLst/>
            <a:gdLst/>
            <a:ahLst/>
            <a:cxnLst/>
            <a:rect l="l" t="t" r="r" b="b"/>
            <a:pathLst>
              <a:path w="220549" h="12730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0" name="Google Shape;70;p1">
            <a:extLst>
              <a:ext uri="{FF2B5EF4-FFF2-40B4-BE49-F238E27FC236}">
                <a16:creationId xmlns:a16="http://schemas.microsoft.com/office/drawing/2014/main" id="{23E0BC0F-624A-4606-A604-923F53F5EB7D}"/>
              </a:ext>
            </a:extLst>
          </p:cNvPr>
          <p:cNvSpPr>
            <a:spLocks noGrp="1"/>
          </p:cNvSpPr>
          <p:nvPr/>
        </p:nvSpPr>
        <p:spPr>
          <a:xfrm>
            <a:off x="6937579" y="3258656"/>
            <a:ext cx="176303" cy="101761"/>
          </a:xfrm>
          <a:custGeom>
            <a:avLst/>
            <a:gdLst/>
            <a:ahLst/>
            <a:cxnLst/>
            <a:rect l="l" t="t" r="r" b="b"/>
            <a:pathLst>
              <a:path w="220517" h="127281">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1" name="Google Shape;71;p1">
            <a:extLst>
              <a:ext uri="{FF2B5EF4-FFF2-40B4-BE49-F238E27FC236}">
                <a16:creationId xmlns:a16="http://schemas.microsoft.com/office/drawing/2014/main" id="{885A02A0-5D3C-4CE5-9213-965EB293E19D}"/>
              </a:ext>
            </a:extLst>
          </p:cNvPr>
          <p:cNvSpPr>
            <a:spLocks noGrp="1"/>
          </p:cNvSpPr>
          <p:nvPr/>
        </p:nvSpPr>
        <p:spPr>
          <a:xfrm>
            <a:off x="7040709" y="3318372"/>
            <a:ext cx="176340" cy="101817"/>
          </a:xfrm>
          <a:custGeom>
            <a:avLst/>
            <a:gdLst/>
            <a:ahLst/>
            <a:cxnLst/>
            <a:rect l="l" t="t" r="r" b="b"/>
            <a:pathLst>
              <a:path w="220563" h="127351">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2" name="Google Shape;72;p1">
            <a:extLst>
              <a:ext uri="{FF2B5EF4-FFF2-40B4-BE49-F238E27FC236}">
                <a16:creationId xmlns:a16="http://schemas.microsoft.com/office/drawing/2014/main" id="{E5EAAE88-9BB2-46A0-ABF8-5E6BE5E6E990}"/>
              </a:ext>
            </a:extLst>
          </p:cNvPr>
          <p:cNvSpPr>
            <a:spLocks noGrp="1"/>
          </p:cNvSpPr>
          <p:nvPr/>
        </p:nvSpPr>
        <p:spPr>
          <a:xfrm>
            <a:off x="7144200" y="3378443"/>
            <a:ext cx="176340" cy="101733"/>
          </a:xfrm>
          <a:custGeom>
            <a:avLst/>
            <a:gdLst/>
            <a:ahLst/>
            <a:cxnLst/>
            <a:rect l="l" t="t" r="r" b="b"/>
            <a:pathLst>
              <a:path w="220563" h="127246">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3" name="Google Shape;73;p1">
            <a:extLst>
              <a:ext uri="{FF2B5EF4-FFF2-40B4-BE49-F238E27FC236}">
                <a16:creationId xmlns:a16="http://schemas.microsoft.com/office/drawing/2014/main" id="{A949A182-573E-4F92-9A07-BE4237E602F2}"/>
              </a:ext>
            </a:extLst>
          </p:cNvPr>
          <p:cNvSpPr>
            <a:spLocks noGrp="1"/>
          </p:cNvSpPr>
          <p:nvPr/>
        </p:nvSpPr>
        <p:spPr>
          <a:xfrm>
            <a:off x="6056116" y="2749901"/>
            <a:ext cx="202956" cy="117158"/>
          </a:xfrm>
          <a:custGeom>
            <a:avLst/>
            <a:gdLst/>
            <a:ahLst/>
            <a:cxnLst/>
            <a:rect l="l" t="t" r="r" b="b"/>
            <a:pathLst>
              <a:path w="253854" h="14654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4" name="Google Shape;74;p1">
            <a:extLst>
              <a:ext uri="{FF2B5EF4-FFF2-40B4-BE49-F238E27FC236}">
                <a16:creationId xmlns:a16="http://schemas.microsoft.com/office/drawing/2014/main" id="{856C51A5-91AD-40B2-B846-81040365A044}"/>
              </a:ext>
            </a:extLst>
          </p:cNvPr>
          <p:cNvSpPr>
            <a:spLocks noGrp="1"/>
          </p:cNvSpPr>
          <p:nvPr/>
        </p:nvSpPr>
        <p:spPr>
          <a:xfrm>
            <a:off x="6703659" y="3123786"/>
            <a:ext cx="202993" cy="117146"/>
          </a:xfrm>
          <a:custGeom>
            <a:avLst/>
            <a:gdLst/>
            <a:ahLst/>
            <a:cxnLst/>
            <a:rect l="l" t="t" r="r" b="b"/>
            <a:pathLst>
              <a:path w="253901" h="146525">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5" name="Google Shape;75;p1">
            <a:extLst>
              <a:ext uri="{FF2B5EF4-FFF2-40B4-BE49-F238E27FC236}">
                <a16:creationId xmlns:a16="http://schemas.microsoft.com/office/drawing/2014/main" id="{92DBE966-E3E2-4979-97ED-A9F621A8A3F3}"/>
              </a:ext>
            </a:extLst>
          </p:cNvPr>
          <p:cNvSpPr>
            <a:spLocks noGrp="1"/>
          </p:cNvSpPr>
          <p:nvPr/>
        </p:nvSpPr>
        <p:spPr>
          <a:xfrm>
            <a:off x="6186159" y="2825044"/>
            <a:ext cx="590425" cy="340782"/>
          </a:xfrm>
          <a:custGeom>
            <a:avLst/>
            <a:gdLst/>
            <a:ahLst/>
            <a:cxnLst/>
            <a:rect l="l" t="t" r="r" b="b"/>
            <a:pathLst>
              <a:path w="738494" h="426244">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6" name="Google Shape;76;p1">
            <a:extLst>
              <a:ext uri="{FF2B5EF4-FFF2-40B4-BE49-F238E27FC236}">
                <a16:creationId xmlns:a16="http://schemas.microsoft.com/office/drawing/2014/main" id="{965A8F16-23FE-480F-8EC1-60BD482EA444}"/>
              </a:ext>
            </a:extLst>
          </p:cNvPr>
          <p:cNvSpPr>
            <a:spLocks noGrp="1"/>
          </p:cNvSpPr>
          <p:nvPr/>
        </p:nvSpPr>
        <p:spPr>
          <a:xfrm>
            <a:off x="6128588" y="2559501"/>
            <a:ext cx="176308" cy="101761"/>
          </a:xfrm>
          <a:custGeom>
            <a:avLst/>
            <a:gdLst/>
            <a:ahLst/>
            <a:cxnLst/>
            <a:rect l="l" t="t" r="r" b="b"/>
            <a:pathLst>
              <a:path w="220524" h="127281">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7" name="Google Shape;77;p1">
            <a:extLst>
              <a:ext uri="{FF2B5EF4-FFF2-40B4-BE49-F238E27FC236}">
                <a16:creationId xmlns:a16="http://schemas.microsoft.com/office/drawing/2014/main" id="{229346D1-4474-4F4A-989A-CE559EE671C7}"/>
              </a:ext>
            </a:extLst>
          </p:cNvPr>
          <p:cNvSpPr>
            <a:spLocks noGrp="1"/>
          </p:cNvSpPr>
          <p:nvPr/>
        </p:nvSpPr>
        <p:spPr>
          <a:xfrm>
            <a:off x="6232231" y="2619328"/>
            <a:ext cx="176308" cy="101761"/>
          </a:xfrm>
          <a:custGeom>
            <a:avLst/>
            <a:gdLst/>
            <a:ahLst/>
            <a:cxnLst/>
            <a:rect l="l" t="t" r="r" b="b"/>
            <a:pathLst>
              <a:path w="220524" h="127281">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8" name="Google Shape;78;p1">
            <a:extLst>
              <a:ext uri="{FF2B5EF4-FFF2-40B4-BE49-F238E27FC236}">
                <a16:creationId xmlns:a16="http://schemas.microsoft.com/office/drawing/2014/main" id="{181AA49B-6FD8-468D-B06E-9D65E6BB49D9}"/>
              </a:ext>
            </a:extLst>
          </p:cNvPr>
          <p:cNvSpPr>
            <a:spLocks noGrp="1"/>
          </p:cNvSpPr>
          <p:nvPr/>
        </p:nvSpPr>
        <p:spPr>
          <a:xfrm>
            <a:off x="6335950" y="2679184"/>
            <a:ext cx="176328" cy="101747"/>
          </a:xfrm>
          <a:custGeom>
            <a:avLst/>
            <a:gdLst/>
            <a:ahLst/>
            <a:cxnLst/>
            <a:rect l="l" t="t" r="r" b="b"/>
            <a:pathLst>
              <a:path w="220549" h="127264">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79" name="Google Shape;79;p1">
            <a:extLst>
              <a:ext uri="{FF2B5EF4-FFF2-40B4-BE49-F238E27FC236}">
                <a16:creationId xmlns:a16="http://schemas.microsoft.com/office/drawing/2014/main" id="{37724EB0-2A15-48BD-9D74-C93C6CC3FF46}"/>
              </a:ext>
            </a:extLst>
          </p:cNvPr>
          <p:cNvSpPr>
            <a:spLocks noGrp="1"/>
          </p:cNvSpPr>
          <p:nvPr/>
        </p:nvSpPr>
        <p:spPr>
          <a:xfrm>
            <a:off x="6439771" y="2739005"/>
            <a:ext cx="176303" cy="101716"/>
          </a:xfrm>
          <a:custGeom>
            <a:avLst/>
            <a:gdLst/>
            <a:ahLst/>
            <a:cxnLst/>
            <a:rect l="l" t="t" r="r" b="b"/>
            <a:pathLst>
              <a:path w="220517" h="127225">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0" name="Google Shape;80;p1">
            <a:extLst>
              <a:ext uri="{FF2B5EF4-FFF2-40B4-BE49-F238E27FC236}">
                <a16:creationId xmlns:a16="http://schemas.microsoft.com/office/drawing/2014/main" id="{2BF652F5-9DF4-4F64-97C6-500040546C14}"/>
              </a:ext>
            </a:extLst>
          </p:cNvPr>
          <p:cNvSpPr>
            <a:spLocks noGrp="1"/>
          </p:cNvSpPr>
          <p:nvPr/>
        </p:nvSpPr>
        <p:spPr>
          <a:xfrm>
            <a:off x="6543187" y="2798861"/>
            <a:ext cx="176303" cy="101747"/>
          </a:xfrm>
          <a:custGeom>
            <a:avLst/>
            <a:gdLst/>
            <a:ahLst/>
            <a:cxnLst/>
            <a:rect l="l" t="t" r="r" b="b"/>
            <a:pathLst>
              <a:path w="220517" h="127264">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1" name="Google Shape;81;p1">
            <a:extLst>
              <a:ext uri="{FF2B5EF4-FFF2-40B4-BE49-F238E27FC236}">
                <a16:creationId xmlns:a16="http://schemas.microsoft.com/office/drawing/2014/main" id="{29AF3F12-DD0F-470F-AEF6-685430F3A1E9}"/>
              </a:ext>
            </a:extLst>
          </p:cNvPr>
          <p:cNvSpPr>
            <a:spLocks noGrp="1"/>
          </p:cNvSpPr>
          <p:nvPr/>
        </p:nvSpPr>
        <p:spPr>
          <a:xfrm>
            <a:off x="6646830" y="2858703"/>
            <a:ext cx="176303" cy="101761"/>
          </a:xfrm>
          <a:custGeom>
            <a:avLst/>
            <a:gdLst/>
            <a:ahLst/>
            <a:cxnLst/>
            <a:rect l="l" t="t" r="r" b="b"/>
            <a:pathLst>
              <a:path w="220517" h="127281">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2" name="Google Shape;82;p1">
            <a:extLst>
              <a:ext uri="{FF2B5EF4-FFF2-40B4-BE49-F238E27FC236}">
                <a16:creationId xmlns:a16="http://schemas.microsoft.com/office/drawing/2014/main" id="{CBD07B0D-087D-43F5-9059-67BF93C83083}"/>
              </a:ext>
            </a:extLst>
          </p:cNvPr>
          <p:cNvSpPr>
            <a:spLocks noGrp="1"/>
          </p:cNvSpPr>
          <p:nvPr/>
        </p:nvSpPr>
        <p:spPr>
          <a:xfrm>
            <a:off x="6750473" y="2918531"/>
            <a:ext cx="176303" cy="101761"/>
          </a:xfrm>
          <a:custGeom>
            <a:avLst/>
            <a:gdLst/>
            <a:ahLst/>
            <a:cxnLst/>
            <a:rect l="l" t="t" r="r" b="b"/>
            <a:pathLst>
              <a:path w="220517" h="127281">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3" name="Google Shape;83;p1">
            <a:extLst>
              <a:ext uri="{FF2B5EF4-FFF2-40B4-BE49-F238E27FC236}">
                <a16:creationId xmlns:a16="http://schemas.microsoft.com/office/drawing/2014/main" id="{E53174B0-5E3A-4334-BE50-5862A72D3B67}"/>
              </a:ext>
            </a:extLst>
          </p:cNvPr>
          <p:cNvSpPr>
            <a:spLocks noGrp="1"/>
          </p:cNvSpPr>
          <p:nvPr/>
        </p:nvSpPr>
        <p:spPr>
          <a:xfrm>
            <a:off x="6853812" y="2978386"/>
            <a:ext cx="176328" cy="101761"/>
          </a:xfrm>
          <a:custGeom>
            <a:avLst/>
            <a:gdLst/>
            <a:ahLst/>
            <a:cxnLst/>
            <a:rect l="l" t="t" r="r" b="b"/>
            <a:pathLst>
              <a:path w="220549" h="127281">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4" name="Google Shape;84;p1">
            <a:extLst>
              <a:ext uri="{FF2B5EF4-FFF2-40B4-BE49-F238E27FC236}">
                <a16:creationId xmlns:a16="http://schemas.microsoft.com/office/drawing/2014/main" id="{DC004603-5EB9-415E-A609-CE8BCD230628}"/>
              </a:ext>
            </a:extLst>
          </p:cNvPr>
          <p:cNvSpPr>
            <a:spLocks noGrp="1"/>
          </p:cNvSpPr>
          <p:nvPr/>
        </p:nvSpPr>
        <p:spPr>
          <a:xfrm>
            <a:off x="6957551" y="3038208"/>
            <a:ext cx="176308" cy="101725"/>
          </a:xfrm>
          <a:custGeom>
            <a:avLst/>
            <a:gdLst/>
            <a:ahLst/>
            <a:cxnLst/>
            <a:rect l="l" t="t" r="r" b="b"/>
            <a:pathLst>
              <a:path w="220524" h="127237">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5" name="Google Shape;85;p1">
            <a:extLst>
              <a:ext uri="{FF2B5EF4-FFF2-40B4-BE49-F238E27FC236}">
                <a16:creationId xmlns:a16="http://schemas.microsoft.com/office/drawing/2014/main" id="{7C73D009-EF80-4AE2-89B7-09B88C4CC707}"/>
              </a:ext>
            </a:extLst>
          </p:cNvPr>
          <p:cNvSpPr>
            <a:spLocks noGrp="1"/>
          </p:cNvSpPr>
          <p:nvPr/>
        </p:nvSpPr>
        <p:spPr>
          <a:xfrm>
            <a:off x="7061423" y="3098063"/>
            <a:ext cx="176340" cy="101776"/>
          </a:xfrm>
          <a:custGeom>
            <a:avLst/>
            <a:gdLst/>
            <a:ahLst/>
            <a:cxnLst/>
            <a:rect l="l" t="t" r="r" b="b"/>
            <a:pathLst>
              <a:path w="220563" h="12730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6" name="Google Shape;86;p1">
            <a:extLst>
              <a:ext uri="{FF2B5EF4-FFF2-40B4-BE49-F238E27FC236}">
                <a16:creationId xmlns:a16="http://schemas.microsoft.com/office/drawing/2014/main" id="{C4CBFA71-5623-4E69-8A0E-103EFBBD1FA2}"/>
              </a:ext>
            </a:extLst>
          </p:cNvPr>
          <p:cNvSpPr>
            <a:spLocks noGrp="1"/>
          </p:cNvSpPr>
          <p:nvPr/>
        </p:nvSpPr>
        <p:spPr>
          <a:xfrm>
            <a:off x="7165067" y="3157598"/>
            <a:ext cx="176340" cy="101764"/>
          </a:xfrm>
          <a:custGeom>
            <a:avLst/>
            <a:gdLst/>
            <a:ahLst/>
            <a:cxnLst/>
            <a:rect l="l" t="t" r="r" b="b"/>
            <a:pathLst>
              <a:path w="220563" h="127285">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7" name="Google Shape;87;p1">
            <a:extLst>
              <a:ext uri="{FF2B5EF4-FFF2-40B4-BE49-F238E27FC236}">
                <a16:creationId xmlns:a16="http://schemas.microsoft.com/office/drawing/2014/main" id="{5E37EE06-4AF1-472B-A62A-49A0A50F1168}"/>
              </a:ext>
            </a:extLst>
          </p:cNvPr>
          <p:cNvSpPr>
            <a:spLocks noGrp="1"/>
          </p:cNvSpPr>
          <p:nvPr/>
        </p:nvSpPr>
        <p:spPr>
          <a:xfrm>
            <a:off x="7268710" y="3217759"/>
            <a:ext cx="176720" cy="101832"/>
          </a:xfrm>
          <a:custGeom>
            <a:avLst/>
            <a:gdLst/>
            <a:ahLst/>
            <a:cxnLst/>
            <a:rect l="l" t="t" r="r" b="b"/>
            <a:pathLst>
              <a:path w="221039" h="12737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8" name="Google Shape;88;p1">
            <a:extLst>
              <a:ext uri="{FF2B5EF4-FFF2-40B4-BE49-F238E27FC236}">
                <a16:creationId xmlns:a16="http://schemas.microsoft.com/office/drawing/2014/main" id="{E67BDC42-3C72-4401-BF96-CB98A54F6693}"/>
              </a:ext>
            </a:extLst>
          </p:cNvPr>
          <p:cNvSpPr>
            <a:spLocks noGrp="1"/>
          </p:cNvSpPr>
          <p:nvPr/>
        </p:nvSpPr>
        <p:spPr>
          <a:xfrm>
            <a:off x="5946629" y="2454458"/>
            <a:ext cx="254624" cy="146948"/>
          </a:xfrm>
          <a:custGeom>
            <a:avLst/>
            <a:gdLst/>
            <a:ahLst/>
            <a:cxnLst/>
            <a:rect l="l" t="t" r="r" b="b"/>
            <a:pathLst>
              <a:path w="318480" h="18380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89" name="Google Shape;89;p1">
            <a:extLst>
              <a:ext uri="{FF2B5EF4-FFF2-40B4-BE49-F238E27FC236}">
                <a16:creationId xmlns:a16="http://schemas.microsoft.com/office/drawing/2014/main" id="{74B863C1-9DD8-464E-85A9-ED6CBC596D7B}"/>
              </a:ext>
            </a:extLst>
          </p:cNvPr>
          <p:cNvSpPr>
            <a:spLocks noGrp="1"/>
          </p:cNvSpPr>
          <p:nvPr/>
        </p:nvSpPr>
        <p:spPr>
          <a:xfrm>
            <a:off x="5976556" y="2587842"/>
            <a:ext cx="176340" cy="101782"/>
          </a:xfrm>
          <a:custGeom>
            <a:avLst/>
            <a:gdLst/>
            <a:ahLst/>
            <a:cxnLst/>
            <a:rect l="l" t="t" r="r" b="b"/>
            <a:pathLst>
              <a:path w="220563" h="127308">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0" name="Google Shape;90;p1">
            <a:extLst>
              <a:ext uri="{FF2B5EF4-FFF2-40B4-BE49-F238E27FC236}">
                <a16:creationId xmlns:a16="http://schemas.microsoft.com/office/drawing/2014/main" id="{B1D0BBCC-1439-4D9D-BAED-3DFAAB8EE988}"/>
              </a:ext>
            </a:extLst>
          </p:cNvPr>
          <p:cNvSpPr>
            <a:spLocks noGrp="1"/>
          </p:cNvSpPr>
          <p:nvPr/>
        </p:nvSpPr>
        <p:spPr>
          <a:xfrm>
            <a:off x="6080199" y="2647380"/>
            <a:ext cx="176308" cy="101761"/>
          </a:xfrm>
          <a:custGeom>
            <a:avLst/>
            <a:gdLst/>
            <a:ahLst/>
            <a:cxnLst/>
            <a:rect l="l" t="t" r="r" b="b"/>
            <a:pathLst>
              <a:path w="220524" h="127281">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1" name="Google Shape;91;p1">
            <a:extLst>
              <a:ext uri="{FF2B5EF4-FFF2-40B4-BE49-F238E27FC236}">
                <a16:creationId xmlns:a16="http://schemas.microsoft.com/office/drawing/2014/main" id="{02F9C60C-EFF2-49F7-8F71-8A3247CCBAEC}"/>
              </a:ext>
            </a:extLst>
          </p:cNvPr>
          <p:cNvSpPr>
            <a:spLocks noGrp="1"/>
          </p:cNvSpPr>
          <p:nvPr/>
        </p:nvSpPr>
        <p:spPr>
          <a:xfrm>
            <a:off x="6183671" y="2707512"/>
            <a:ext cx="176303" cy="101761"/>
          </a:xfrm>
          <a:custGeom>
            <a:avLst/>
            <a:gdLst/>
            <a:ahLst/>
            <a:cxnLst/>
            <a:rect l="l" t="t" r="r" b="b"/>
            <a:pathLst>
              <a:path w="220517" h="127281">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2" name="Google Shape;92;p1">
            <a:extLst>
              <a:ext uri="{FF2B5EF4-FFF2-40B4-BE49-F238E27FC236}">
                <a16:creationId xmlns:a16="http://schemas.microsoft.com/office/drawing/2014/main" id="{1A679467-9FD9-4D4D-B695-72E71B1C3C95}"/>
              </a:ext>
            </a:extLst>
          </p:cNvPr>
          <p:cNvSpPr>
            <a:spLocks noGrp="1"/>
          </p:cNvSpPr>
          <p:nvPr/>
        </p:nvSpPr>
        <p:spPr>
          <a:xfrm>
            <a:off x="6287467" y="2767333"/>
            <a:ext cx="176303" cy="101782"/>
          </a:xfrm>
          <a:custGeom>
            <a:avLst/>
            <a:gdLst/>
            <a:ahLst/>
            <a:cxnLst/>
            <a:rect l="l" t="t" r="r" b="b"/>
            <a:pathLst>
              <a:path w="220517" h="127308">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3" name="Google Shape;93;p1">
            <a:extLst>
              <a:ext uri="{FF2B5EF4-FFF2-40B4-BE49-F238E27FC236}">
                <a16:creationId xmlns:a16="http://schemas.microsoft.com/office/drawing/2014/main" id="{CBA7F1BC-10CB-43A9-A752-026FF454D1F2}"/>
              </a:ext>
            </a:extLst>
          </p:cNvPr>
          <p:cNvSpPr>
            <a:spLocks noGrp="1"/>
          </p:cNvSpPr>
          <p:nvPr/>
        </p:nvSpPr>
        <p:spPr>
          <a:xfrm>
            <a:off x="6391084" y="2827329"/>
            <a:ext cx="176157" cy="101641"/>
          </a:xfrm>
          <a:custGeom>
            <a:avLst/>
            <a:gdLst/>
            <a:ahLst/>
            <a:cxnLst/>
            <a:rect l="l" t="t" r="r" b="b"/>
            <a:pathLst>
              <a:path w="220334" h="127131">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4" name="Google Shape;94;p1">
            <a:extLst>
              <a:ext uri="{FF2B5EF4-FFF2-40B4-BE49-F238E27FC236}">
                <a16:creationId xmlns:a16="http://schemas.microsoft.com/office/drawing/2014/main" id="{4CCF838F-BC79-42C8-821E-2278B9288E85}"/>
              </a:ext>
            </a:extLst>
          </p:cNvPr>
          <p:cNvSpPr>
            <a:spLocks noGrp="1"/>
          </p:cNvSpPr>
          <p:nvPr/>
        </p:nvSpPr>
        <p:spPr>
          <a:xfrm>
            <a:off x="6494697" y="2887003"/>
            <a:ext cx="176340" cy="101761"/>
          </a:xfrm>
          <a:custGeom>
            <a:avLst/>
            <a:gdLst/>
            <a:ahLst/>
            <a:cxnLst/>
            <a:rect l="l" t="t" r="r" b="b"/>
            <a:pathLst>
              <a:path w="220563" h="127281">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5" name="Google Shape;95;p1">
            <a:extLst>
              <a:ext uri="{FF2B5EF4-FFF2-40B4-BE49-F238E27FC236}">
                <a16:creationId xmlns:a16="http://schemas.microsoft.com/office/drawing/2014/main" id="{2A865FA9-1B62-45A2-974C-1A4F59FC8E3D}"/>
              </a:ext>
            </a:extLst>
          </p:cNvPr>
          <p:cNvSpPr>
            <a:spLocks noGrp="1"/>
          </p:cNvSpPr>
          <p:nvPr/>
        </p:nvSpPr>
        <p:spPr>
          <a:xfrm>
            <a:off x="6598340" y="2946825"/>
            <a:ext cx="176340" cy="101782"/>
          </a:xfrm>
          <a:custGeom>
            <a:avLst/>
            <a:gdLst/>
            <a:ahLst/>
            <a:cxnLst/>
            <a:rect l="l" t="t" r="r" b="b"/>
            <a:pathLst>
              <a:path w="220563" h="127308">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6" name="Google Shape;96;p1">
            <a:extLst>
              <a:ext uri="{FF2B5EF4-FFF2-40B4-BE49-F238E27FC236}">
                <a16:creationId xmlns:a16="http://schemas.microsoft.com/office/drawing/2014/main" id="{A53CFA3E-AA6E-47D9-8CC8-15970DDA4274}"/>
              </a:ext>
            </a:extLst>
          </p:cNvPr>
          <p:cNvSpPr>
            <a:spLocks noGrp="1"/>
          </p:cNvSpPr>
          <p:nvPr/>
        </p:nvSpPr>
        <p:spPr>
          <a:xfrm>
            <a:off x="6701983" y="3006668"/>
            <a:ext cx="176308" cy="101761"/>
          </a:xfrm>
          <a:custGeom>
            <a:avLst/>
            <a:gdLst/>
            <a:ahLst/>
            <a:cxnLst/>
            <a:rect l="l" t="t" r="r" b="b"/>
            <a:pathLst>
              <a:path w="220524" h="127281">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7" name="Google Shape;97;p1">
            <a:extLst>
              <a:ext uri="{FF2B5EF4-FFF2-40B4-BE49-F238E27FC236}">
                <a16:creationId xmlns:a16="http://schemas.microsoft.com/office/drawing/2014/main" id="{B91D6E94-7DBF-41EB-B826-5858BB0F9DD7}"/>
              </a:ext>
            </a:extLst>
          </p:cNvPr>
          <p:cNvSpPr>
            <a:spLocks noGrp="1"/>
          </p:cNvSpPr>
          <p:nvPr/>
        </p:nvSpPr>
        <p:spPr>
          <a:xfrm>
            <a:off x="6805303" y="3066495"/>
            <a:ext cx="176303" cy="101519"/>
          </a:xfrm>
          <a:custGeom>
            <a:avLst/>
            <a:gdLst/>
            <a:ahLst/>
            <a:cxnLst/>
            <a:rect l="l" t="t" r="r" b="b"/>
            <a:pathLst>
              <a:path w="220517" h="126979">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8" name="Google Shape;98;p1">
            <a:extLst>
              <a:ext uri="{FF2B5EF4-FFF2-40B4-BE49-F238E27FC236}">
                <a16:creationId xmlns:a16="http://schemas.microsoft.com/office/drawing/2014/main" id="{95A89B66-FF19-4CDF-A86E-05AEFC328FAB}"/>
              </a:ext>
            </a:extLst>
          </p:cNvPr>
          <p:cNvSpPr>
            <a:spLocks noGrp="1"/>
          </p:cNvSpPr>
          <p:nvPr/>
        </p:nvSpPr>
        <p:spPr>
          <a:xfrm>
            <a:off x="6909251" y="3126322"/>
            <a:ext cx="176303" cy="101776"/>
          </a:xfrm>
          <a:custGeom>
            <a:avLst/>
            <a:gdLst/>
            <a:ahLst/>
            <a:cxnLst/>
            <a:rect l="l" t="t" r="r" b="b"/>
            <a:pathLst>
              <a:path w="220517" h="12730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99" name="Google Shape;99;p1">
            <a:extLst>
              <a:ext uri="{FF2B5EF4-FFF2-40B4-BE49-F238E27FC236}">
                <a16:creationId xmlns:a16="http://schemas.microsoft.com/office/drawing/2014/main" id="{5C732E94-4400-4D0C-ABA8-A1364CFB43D5}"/>
              </a:ext>
            </a:extLst>
          </p:cNvPr>
          <p:cNvSpPr>
            <a:spLocks noGrp="1"/>
          </p:cNvSpPr>
          <p:nvPr/>
        </p:nvSpPr>
        <p:spPr>
          <a:xfrm>
            <a:off x="7012869" y="3186159"/>
            <a:ext cx="176308" cy="101761"/>
          </a:xfrm>
          <a:custGeom>
            <a:avLst/>
            <a:gdLst/>
            <a:ahLst/>
            <a:cxnLst/>
            <a:rect l="l" t="t" r="r" b="b"/>
            <a:pathLst>
              <a:path w="220524" h="127281">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0" name="Google Shape;100;p1">
            <a:extLst>
              <a:ext uri="{FF2B5EF4-FFF2-40B4-BE49-F238E27FC236}">
                <a16:creationId xmlns:a16="http://schemas.microsoft.com/office/drawing/2014/main" id="{C9C61028-53B5-46D0-8F4D-672B1F4B6CA3}"/>
              </a:ext>
            </a:extLst>
          </p:cNvPr>
          <p:cNvSpPr>
            <a:spLocks noGrp="1"/>
          </p:cNvSpPr>
          <p:nvPr/>
        </p:nvSpPr>
        <p:spPr>
          <a:xfrm>
            <a:off x="7116481" y="3246014"/>
            <a:ext cx="304600" cy="175815"/>
          </a:xfrm>
          <a:custGeom>
            <a:avLst/>
            <a:gdLst/>
            <a:ahLst/>
            <a:cxnLst/>
            <a:rect l="l" t="t" r="r" b="b"/>
            <a:pathLst>
              <a:path w="380989" h="219907">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1" name="Google Shape;101;p1">
            <a:extLst>
              <a:ext uri="{FF2B5EF4-FFF2-40B4-BE49-F238E27FC236}">
                <a16:creationId xmlns:a16="http://schemas.microsoft.com/office/drawing/2014/main" id="{940B829C-B972-4F27-A127-6F2C67088B3B}"/>
              </a:ext>
            </a:extLst>
          </p:cNvPr>
          <p:cNvSpPr>
            <a:spLocks noGrp="1"/>
          </p:cNvSpPr>
          <p:nvPr/>
        </p:nvSpPr>
        <p:spPr>
          <a:xfrm>
            <a:off x="5846259" y="2512638"/>
            <a:ext cx="202993" cy="117146"/>
          </a:xfrm>
          <a:custGeom>
            <a:avLst/>
            <a:gdLst/>
            <a:ahLst/>
            <a:cxnLst/>
            <a:rect l="l" t="t" r="r" b="b"/>
            <a:pathLst>
              <a:path w="253901" h="146525">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2" name="Google Shape;102;p1">
            <a:extLst>
              <a:ext uri="{FF2B5EF4-FFF2-40B4-BE49-F238E27FC236}">
                <a16:creationId xmlns:a16="http://schemas.microsoft.com/office/drawing/2014/main" id="{D9E9A5EC-64D6-4ACA-B322-4467B24EA216}"/>
              </a:ext>
            </a:extLst>
          </p:cNvPr>
          <p:cNvSpPr>
            <a:spLocks noGrp="1"/>
          </p:cNvSpPr>
          <p:nvPr/>
        </p:nvSpPr>
        <p:spPr>
          <a:xfrm>
            <a:off x="6252106" y="2298675"/>
            <a:ext cx="1539836" cy="888764"/>
          </a:xfrm>
          <a:custGeom>
            <a:avLst/>
            <a:gdLst/>
            <a:ahLst/>
            <a:cxnLst/>
            <a:rect l="l" t="t" r="r" b="b"/>
            <a:pathLst>
              <a:path w="1926000" h="1111651">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3" name="Google Shape;103;p1">
            <a:extLst>
              <a:ext uri="{FF2B5EF4-FFF2-40B4-BE49-F238E27FC236}">
                <a16:creationId xmlns:a16="http://schemas.microsoft.com/office/drawing/2014/main" id="{4C5E4612-9AE5-4578-97DE-744BB0546832}"/>
              </a:ext>
            </a:extLst>
          </p:cNvPr>
          <p:cNvSpPr>
            <a:spLocks noGrp="1"/>
          </p:cNvSpPr>
          <p:nvPr/>
        </p:nvSpPr>
        <p:spPr>
          <a:xfrm>
            <a:off x="5656178" y="2862406"/>
            <a:ext cx="1160712" cy="670105"/>
          </a:xfrm>
          <a:custGeom>
            <a:avLst/>
            <a:gdLst/>
            <a:ahLst/>
            <a:cxnLst/>
            <a:rect l="l" t="t" r="r" b="b"/>
            <a:pathLst>
              <a:path w="1451798" h="838156">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4" name="Google Shape;104;p1">
            <a:extLst>
              <a:ext uri="{FF2B5EF4-FFF2-40B4-BE49-F238E27FC236}">
                <a16:creationId xmlns:a16="http://schemas.microsoft.com/office/drawing/2014/main" id="{B4AB9F3A-F71E-41C8-8681-6F93CF015EFC}"/>
              </a:ext>
            </a:extLst>
          </p:cNvPr>
          <p:cNvSpPr>
            <a:spLocks noGrp="1"/>
          </p:cNvSpPr>
          <p:nvPr/>
        </p:nvSpPr>
        <p:spPr>
          <a:xfrm>
            <a:off x="5656969" y="2870487"/>
            <a:ext cx="1159191" cy="662024"/>
          </a:xfrm>
          <a:custGeom>
            <a:avLst/>
            <a:gdLst/>
            <a:ahLst/>
            <a:cxnLst/>
            <a:rect l="l" t="t" r="r" b="b"/>
            <a:pathLst>
              <a:path w="1449895" h="828048">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5" name="Google Shape;105;p1">
            <a:extLst>
              <a:ext uri="{FF2B5EF4-FFF2-40B4-BE49-F238E27FC236}">
                <a16:creationId xmlns:a16="http://schemas.microsoft.com/office/drawing/2014/main" id="{8AB14916-F557-44DA-AEA4-C31CD84CEBB2}"/>
              </a:ext>
            </a:extLst>
          </p:cNvPr>
          <p:cNvSpPr>
            <a:spLocks noGrp="1"/>
          </p:cNvSpPr>
          <p:nvPr/>
        </p:nvSpPr>
        <p:spPr>
          <a:xfrm>
            <a:off x="6357342" y="2223522"/>
            <a:ext cx="1493423" cy="898500"/>
          </a:xfrm>
          <a:custGeom>
            <a:avLst/>
            <a:gdLst/>
            <a:ahLst/>
            <a:cxnLst/>
            <a:rect l="l" t="t" r="r" b="b"/>
            <a:pathLst>
              <a:path w="1867947" h="1123828">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6" name="Google Shape;106;p1">
            <a:extLst>
              <a:ext uri="{FF2B5EF4-FFF2-40B4-BE49-F238E27FC236}">
                <a16:creationId xmlns:a16="http://schemas.microsoft.com/office/drawing/2014/main" id="{B3DDBF67-86EA-4F79-8802-F2228000610B}"/>
              </a:ext>
            </a:extLst>
          </p:cNvPr>
          <p:cNvSpPr>
            <a:spLocks noGrp="1"/>
          </p:cNvSpPr>
          <p:nvPr/>
        </p:nvSpPr>
        <p:spPr>
          <a:xfrm>
            <a:off x="6440576" y="1106476"/>
            <a:ext cx="525455" cy="352501"/>
          </a:xfrm>
          <a:custGeom>
            <a:avLst/>
            <a:gdLst/>
            <a:ahLst/>
            <a:cxnLst/>
            <a:rect l="l" t="t" r="r" b="b"/>
            <a:pathLst>
              <a:path w="657230" h="440903">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7" name="Google Shape;107;p1">
            <a:extLst>
              <a:ext uri="{FF2B5EF4-FFF2-40B4-BE49-F238E27FC236}">
                <a16:creationId xmlns:a16="http://schemas.microsoft.com/office/drawing/2014/main" id="{9203BB31-8D1B-41BA-A2F3-92F878D4E849}"/>
              </a:ext>
            </a:extLst>
          </p:cNvPr>
          <p:cNvSpPr>
            <a:spLocks noGrp="1"/>
          </p:cNvSpPr>
          <p:nvPr/>
        </p:nvSpPr>
        <p:spPr>
          <a:xfrm>
            <a:off x="6443240" y="1209815"/>
            <a:ext cx="391810" cy="257664"/>
          </a:xfrm>
          <a:custGeom>
            <a:avLst/>
            <a:gdLst/>
            <a:ahLst/>
            <a:cxnLst/>
            <a:rect l="l" t="t" r="r" b="b"/>
            <a:pathLst>
              <a:path w="490070" h="322282">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8" name="Google Shape;108;p1">
            <a:extLst>
              <a:ext uri="{FF2B5EF4-FFF2-40B4-BE49-F238E27FC236}">
                <a16:creationId xmlns:a16="http://schemas.microsoft.com/office/drawing/2014/main" id="{DAA7DAE4-18C8-4552-A194-21117C17CBEB}"/>
              </a:ext>
            </a:extLst>
          </p:cNvPr>
          <p:cNvSpPr>
            <a:spLocks noGrp="1"/>
          </p:cNvSpPr>
          <p:nvPr/>
        </p:nvSpPr>
        <p:spPr>
          <a:xfrm>
            <a:off x="6443240" y="1276937"/>
            <a:ext cx="391810" cy="257594"/>
          </a:xfrm>
          <a:custGeom>
            <a:avLst/>
            <a:gdLst/>
            <a:ahLst/>
            <a:cxnLst/>
            <a:rect l="l" t="t" r="r" b="b"/>
            <a:pathLst>
              <a:path w="490070" h="322194">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09" name="Google Shape;109;p1">
            <a:extLst>
              <a:ext uri="{FF2B5EF4-FFF2-40B4-BE49-F238E27FC236}">
                <a16:creationId xmlns:a16="http://schemas.microsoft.com/office/drawing/2014/main" id="{AE8063D8-E190-4F23-9620-9BF527FAB8FF}"/>
              </a:ext>
            </a:extLst>
          </p:cNvPr>
          <p:cNvSpPr>
            <a:spLocks noGrp="1"/>
          </p:cNvSpPr>
          <p:nvPr/>
        </p:nvSpPr>
        <p:spPr>
          <a:xfrm>
            <a:off x="6443242" y="1344027"/>
            <a:ext cx="320830" cy="216662"/>
          </a:xfrm>
          <a:custGeom>
            <a:avLst/>
            <a:gdLst/>
            <a:ahLst/>
            <a:cxnLst/>
            <a:rect l="l" t="t" r="r" b="b"/>
            <a:pathLst>
              <a:path w="401289" h="270998">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0" name="Google Shape;110;p1">
            <a:extLst>
              <a:ext uri="{FF2B5EF4-FFF2-40B4-BE49-F238E27FC236}">
                <a16:creationId xmlns:a16="http://schemas.microsoft.com/office/drawing/2014/main" id="{3F779270-1CC6-461D-B8D0-B6EBA6721CE6}"/>
              </a:ext>
            </a:extLst>
          </p:cNvPr>
          <p:cNvSpPr>
            <a:spLocks noGrp="1"/>
          </p:cNvSpPr>
          <p:nvPr/>
        </p:nvSpPr>
        <p:spPr>
          <a:xfrm>
            <a:off x="6440576" y="1810994"/>
            <a:ext cx="525456" cy="352517"/>
          </a:xfrm>
          <a:custGeom>
            <a:avLst/>
            <a:gdLst/>
            <a:ahLst/>
            <a:cxnLst/>
            <a:rect l="l" t="t" r="r" b="b"/>
            <a:pathLst>
              <a:path w="657231" h="440923">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1" name="Google Shape;111;p1">
            <a:extLst>
              <a:ext uri="{FF2B5EF4-FFF2-40B4-BE49-F238E27FC236}">
                <a16:creationId xmlns:a16="http://schemas.microsoft.com/office/drawing/2014/main" id="{2250CAE5-FD04-407C-BF6F-7F03205F9EE8}"/>
              </a:ext>
            </a:extLst>
          </p:cNvPr>
          <p:cNvSpPr>
            <a:spLocks noGrp="1"/>
          </p:cNvSpPr>
          <p:nvPr/>
        </p:nvSpPr>
        <p:spPr>
          <a:xfrm>
            <a:off x="6443242" y="1914376"/>
            <a:ext cx="391809" cy="257658"/>
          </a:xfrm>
          <a:custGeom>
            <a:avLst/>
            <a:gdLst/>
            <a:ahLst/>
            <a:cxnLst/>
            <a:rect l="l" t="t" r="r" b="b"/>
            <a:pathLst>
              <a:path w="490068" h="322274">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2" name="Google Shape;112;p1">
            <a:extLst>
              <a:ext uri="{FF2B5EF4-FFF2-40B4-BE49-F238E27FC236}">
                <a16:creationId xmlns:a16="http://schemas.microsoft.com/office/drawing/2014/main" id="{8FA15BF4-FCC0-4574-BD12-1DE80CF81E18}"/>
              </a:ext>
            </a:extLst>
          </p:cNvPr>
          <p:cNvSpPr>
            <a:spLocks noGrp="1"/>
          </p:cNvSpPr>
          <p:nvPr/>
        </p:nvSpPr>
        <p:spPr>
          <a:xfrm>
            <a:off x="6443242" y="1981467"/>
            <a:ext cx="391809" cy="257665"/>
          </a:xfrm>
          <a:custGeom>
            <a:avLst/>
            <a:gdLst/>
            <a:ahLst/>
            <a:cxnLst/>
            <a:rect l="l" t="t" r="r" b="b"/>
            <a:pathLst>
              <a:path w="490068" h="322283">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3" name="Google Shape;113;p1">
            <a:extLst>
              <a:ext uri="{FF2B5EF4-FFF2-40B4-BE49-F238E27FC236}">
                <a16:creationId xmlns:a16="http://schemas.microsoft.com/office/drawing/2014/main" id="{9F1247F0-5913-43FC-80B0-CA2FBA651456}"/>
              </a:ext>
            </a:extLst>
          </p:cNvPr>
          <p:cNvSpPr>
            <a:spLocks noGrp="1"/>
          </p:cNvSpPr>
          <p:nvPr/>
        </p:nvSpPr>
        <p:spPr>
          <a:xfrm>
            <a:off x="6443242" y="2048589"/>
            <a:ext cx="320830" cy="216786"/>
          </a:xfrm>
          <a:custGeom>
            <a:avLst/>
            <a:gdLst/>
            <a:ahLst/>
            <a:cxnLst/>
            <a:rect l="l" t="t" r="r" b="b"/>
            <a:pathLst>
              <a:path w="401289" h="271152">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4" name="Google Shape;114;p1">
            <a:extLst>
              <a:ext uri="{FF2B5EF4-FFF2-40B4-BE49-F238E27FC236}">
                <a16:creationId xmlns:a16="http://schemas.microsoft.com/office/drawing/2014/main" id="{D48A4B4E-573E-4651-869F-93CCE3AAB4A4}"/>
              </a:ext>
            </a:extLst>
          </p:cNvPr>
          <p:cNvSpPr>
            <a:spLocks noGrp="1"/>
          </p:cNvSpPr>
          <p:nvPr/>
        </p:nvSpPr>
        <p:spPr>
          <a:xfrm>
            <a:off x="7089395" y="2205996"/>
            <a:ext cx="714308" cy="662679"/>
          </a:xfrm>
          <a:custGeom>
            <a:avLst/>
            <a:gdLst/>
            <a:ahLst/>
            <a:cxnLst/>
            <a:rect l="l" t="t" r="r" b="b"/>
            <a:pathLst>
              <a:path w="893444" h="828868">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5" name="Google Shape;115;p1">
            <a:extLst>
              <a:ext uri="{FF2B5EF4-FFF2-40B4-BE49-F238E27FC236}">
                <a16:creationId xmlns:a16="http://schemas.microsoft.com/office/drawing/2014/main" id="{6D6EC38D-3F7E-444C-B343-7B24FA9005AF}"/>
              </a:ext>
            </a:extLst>
          </p:cNvPr>
          <p:cNvSpPr>
            <a:spLocks noGrp="1"/>
          </p:cNvSpPr>
          <p:nvPr/>
        </p:nvSpPr>
        <p:spPr>
          <a:xfrm>
            <a:off x="6443242" y="1448737"/>
            <a:ext cx="504053" cy="586528"/>
          </a:xfrm>
          <a:custGeom>
            <a:avLst/>
            <a:gdLst/>
            <a:ahLst/>
            <a:cxnLst/>
            <a:rect l="l" t="t" r="r" b="b"/>
            <a:pathLst>
              <a:path w="630461" h="733619">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6" name="Google Shape;116;p1">
            <a:extLst>
              <a:ext uri="{FF2B5EF4-FFF2-40B4-BE49-F238E27FC236}">
                <a16:creationId xmlns:a16="http://schemas.microsoft.com/office/drawing/2014/main" id="{BA8B7EF0-D19F-4332-9CEE-3B066D1BE666}"/>
              </a:ext>
            </a:extLst>
          </p:cNvPr>
          <p:cNvSpPr>
            <a:spLocks noGrp="1"/>
          </p:cNvSpPr>
          <p:nvPr/>
        </p:nvSpPr>
        <p:spPr>
          <a:xfrm>
            <a:off x="7089319" y="2238134"/>
            <a:ext cx="714309" cy="630769"/>
          </a:xfrm>
          <a:custGeom>
            <a:avLst/>
            <a:gdLst/>
            <a:ahLst/>
            <a:cxnLst/>
            <a:rect l="l" t="t" r="r" b="b"/>
            <a:pathLst>
              <a:path w="893445" h="788955">
                <a:moveTo>
                  <a:pt x="0" y="0"/>
                </a:moveTo>
                <a:lnTo>
                  <a:pt x="0" y="273177"/>
                </a:lnTo>
                <a:lnTo>
                  <a:pt x="893445" y="788956"/>
                </a:lnTo>
                <a:lnTo>
                  <a:pt x="893445" y="152591"/>
                </a:lnTo>
              </a:path>
            </a:pathLst>
          </a:custGeom>
          <a:noFill/>
          <a:ln w="9525" cap="flat" cmpd="sng">
            <a:solidFill>
              <a:srgbClr val="E9EAF2"/>
            </a:solidFill>
            <a:prstDash val="solid"/>
            <a:miter/>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7" name="Google Shape;117;p1">
            <a:extLst>
              <a:ext uri="{FF2B5EF4-FFF2-40B4-BE49-F238E27FC236}">
                <a16:creationId xmlns:a16="http://schemas.microsoft.com/office/drawing/2014/main" id="{E752ED43-B19C-48AE-86AC-48CF54D32275}"/>
              </a:ext>
            </a:extLst>
          </p:cNvPr>
          <p:cNvSpPr>
            <a:spLocks noGrp="1"/>
          </p:cNvSpPr>
          <p:nvPr/>
        </p:nvSpPr>
        <p:spPr>
          <a:xfrm>
            <a:off x="7370093" y="2231205"/>
            <a:ext cx="7615" cy="386853"/>
          </a:xfrm>
          <a:custGeom>
            <a:avLst/>
            <a:gdLst/>
            <a:ahLst/>
            <a:cxnLst/>
            <a:rect l="l" t="t" r="r" b="b"/>
            <a:pathLst>
              <a:path w="9525" h="483869">
                <a:moveTo>
                  <a:pt x="0" y="0"/>
                </a:moveTo>
                <a:lnTo>
                  <a:pt x="0" y="483870"/>
                </a:lnTo>
              </a:path>
            </a:pathLst>
          </a:custGeom>
          <a:noFill/>
          <a:ln w="9525" cap="flat" cmpd="sng">
            <a:solidFill>
              <a:srgbClr val="E9EAF2"/>
            </a:solidFill>
            <a:prstDash val="solid"/>
            <a:miter/>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8" name="Google Shape;118;p1">
            <a:extLst>
              <a:ext uri="{FF2B5EF4-FFF2-40B4-BE49-F238E27FC236}">
                <a16:creationId xmlns:a16="http://schemas.microsoft.com/office/drawing/2014/main" id="{2CDBB971-7ACC-4806-8EA4-F3C6224CB475}"/>
              </a:ext>
            </a:extLst>
          </p:cNvPr>
          <p:cNvSpPr>
            <a:spLocks noGrp="1"/>
          </p:cNvSpPr>
          <p:nvPr/>
        </p:nvSpPr>
        <p:spPr>
          <a:xfrm>
            <a:off x="7588574" y="2475882"/>
            <a:ext cx="7615" cy="268360"/>
          </a:xfrm>
          <a:custGeom>
            <a:avLst/>
            <a:gdLst/>
            <a:ahLst/>
            <a:cxnLst/>
            <a:rect l="l" t="t" r="r" b="b"/>
            <a:pathLst>
              <a:path w="9525" h="335661">
                <a:moveTo>
                  <a:pt x="0" y="0"/>
                </a:moveTo>
                <a:lnTo>
                  <a:pt x="0" y="335661"/>
                </a:lnTo>
              </a:path>
            </a:pathLst>
          </a:custGeom>
          <a:noFill/>
          <a:ln w="9525" cap="flat" cmpd="sng">
            <a:solidFill>
              <a:srgbClr val="E9EAF2"/>
            </a:solidFill>
            <a:prstDash val="solid"/>
            <a:miter/>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19" name="Google Shape;119;p1">
            <a:extLst>
              <a:ext uri="{FF2B5EF4-FFF2-40B4-BE49-F238E27FC236}">
                <a16:creationId xmlns:a16="http://schemas.microsoft.com/office/drawing/2014/main" id="{7E9AB10B-86FE-4E1D-B68C-B978D2F7B9A0}"/>
              </a:ext>
            </a:extLst>
          </p:cNvPr>
          <p:cNvSpPr>
            <a:spLocks noGrp="1"/>
          </p:cNvSpPr>
          <p:nvPr/>
        </p:nvSpPr>
        <p:spPr>
          <a:xfrm>
            <a:off x="7089319" y="2206254"/>
            <a:ext cx="714232" cy="273269"/>
          </a:xfrm>
          <a:custGeom>
            <a:avLst/>
            <a:gdLst/>
            <a:ahLst/>
            <a:cxnLst/>
            <a:rect l="l" t="t" r="r" b="b"/>
            <a:pathLst>
              <a:path w="893349" h="34180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0" name="Google Shape;120;p1">
            <a:extLst>
              <a:ext uri="{FF2B5EF4-FFF2-40B4-BE49-F238E27FC236}">
                <a16:creationId xmlns:a16="http://schemas.microsoft.com/office/drawing/2014/main" id="{840A0D69-53AB-4837-BC3C-D1DA7F8CED12}"/>
              </a:ext>
            </a:extLst>
          </p:cNvPr>
          <p:cNvSpPr>
            <a:spLocks noGrp="1"/>
          </p:cNvSpPr>
          <p:nvPr/>
        </p:nvSpPr>
        <p:spPr>
          <a:xfrm rot="-1801764">
            <a:off x="7356343" y="2207413"/>
            <a:ext cx="27541" cy="47628"/>
          </a:xfrm>
          <a:custGeom>
            <a:avLst/>
            <a:gdLst/>
            <a:ahLst/>
            <a:cxnLst/>
            <a:rect l="l" t="t" r="r" b="b"/>
            <a:pathLst>
              <a:path w="34480" h="59626">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1" name="Google Shape;121;p1">
            <a:extLst>
              <a:ext uri="{FF2B5EF4-FFF2-40B4-BE49-F238E27FC236}">
                <a16:creationId xmlns:a16="http://schemas.microsoft.com/office/drawing/2014/main" id="{88003933-ECC0-4F6F-A053-C3F4C2F97637}"/>
              </a:ext>
            </a:extLst>
          </p:cNvPr>
          <p:cNvSpPr>
            <a:spLocks noGrp="1"/>
          </p:cNvSpPr>
          <p:nvPr/>
        </p:nvSpPr>
        <p:spPr>
          <a:xfrm rot="-1790023">
            <a:off x="7800643" y="2343060"/>
            <a:ext cx="27662" cy="47836"/>
          </a:xfrm>
          <a:custGeom>
            <a:avLst/>
            <a:gdLst/>
            <a:ahLst/>
            <a:cxnLst/>
            <a:rect l="l" t="t" r="r" b="b"/>
            <a:pathLst>
              <a:path w="34599" h="59831">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2" name="Google Shape;122;p1">
            <a:extLst>
              <a:ext uri="{FF2B5EF4-FFF2-40B4-BE49-F238E27FC236}">
                <a16:creationId xmlns:a16="http://schemas.microsoft.com/office/drawing/2014/main" id="{6D3EFBFA-D017-4B00-8BC9-DCB4F0732662}"/>
              </a:ext>
            </a:extLst>
          </p:cNvPr>
          <p:cNvSpPr>
            <a:spLocks noGrp="1"/>
          </p:cNvSpPr>
          <p:nvPr/>
        </p:nvSpPr>
        <p:spPr>
          <a:xfrm rot="-1790023">
            <a:off x="7584798" y="2454440"/>
            <a:ext cx="27662" cy="47836"/>
          </a:xfrm>
          <a:custGeom>
            <a:avLst/>
            <a:gdLst/>
            <a:ahLst/>
            <a:cxnLst/>
            <a:rect l="l" t="t" r="r" b="b"/>
            <a:pathLst>
              <a:path w="34599" h="59831">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3" name="Google Shape;123;p1">
            <a:extLst>
              <a:ext uri="{FF2B5EF4-FFF2-40B4-BE49-F238E27FC236}">
                <a16:creationId xmlns:a16="http://schemas.microsoft.com/office/drawing/2014/main" id="{2B6DD24B-97FC-4AA0-809C-2C8B1390FBEA}"/>
              </a:ext>
            </a:extLst>
          </p:cNvPr>
          <p:cNvSpPr>
            <a:spLocks noGrp="1"/>
          </p:cNvSpPr>
          <p:nvPr/>
        </p:nvSpPr>
        <p:spPr>
          <a:xfrm rot="-1790023">
            <a:off x="7083546" y="2229114"/>
            <a:ext cx="27662" cy="47836"/>
          </a:xfrm>
          <a:custGeom>
            <a:avLst/>
            <a:gdLst/>
            <a:ahLst/>
            <a:cxnLst/>
            <a:rect l="l" t="t" r="r" b="b"/>
            <a:pathLst>
              <a:path w="34599" h="59831">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4" name="Google Shape;124;p1">
            <a:extLst>
              <a:ext uri="{FF2B5EF4-FFF2-40B4-BE49-F238E27FC236}">
                <a16:creationId xmlns:a16="http://schemas.microsoft.com/office/drawing/2014/main" id="{07A3DFE1-B38F-41A6-9AA1-5F36D1AB196E}"/>
              </a:ext>
            </a:extLst>
          </p:cNvPr>
          <p:cNvSpPr>
            <a:spLocks noGrp="1"/>
          </p:cNvSpPr>
          <p:nvPr/>
        </p:nvSpPr>
        <p:spPr>
          <a:xfrm>
            <a:off x="7072641" y="1691587"/>
            <a:ext cx="44477" cy="180789"/>
          </a:xfrm>
          <a:custGeom>
            <a:avLst/>
            <a:gdLst/>
            <a:ahLst/>
            <a:cxnLst/>
            <a:rect l="l" t="t" r="r" b="b"/>
            <a:pathLst>
              <a:path w="55632" h="226128">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5" name="Google Shape;125;p1">
            <a:extLst>
              <a:ext uri="{FF2B5EF4-FFF2-40B4-BE49-F238E27FC236}">
                <a16:creationId xmlns:a16="http://schemas.microsoft.com/office/drawing/2014/main" id="{ABF733E6-0261-41CC-AFFD-A43C330EFC9D}"/>
              </a:ext>
            </a:extLst>
          </p:cNvPr>
          <p:cNvSpPr>
            <a:spLocks noGrp="1"/>
          </p:cNvSpPr>
          <p:nvPr/>
        </p:nvSpPr>
        <p:spPr>
          <a:xfrm>
            <a:off x="7140036" y="1584212"/>
            <a:ext cx="44549" cy="327153"/>
          </a:xfrm>
          <a:custGeom>
            <a:avLst/>
            <a:gdLst/>
            <a:ahLst/>
            <a:cxnLst/>
            <a:rect l="l" t="t" r="r" b="b"/>
            <a:pathLst>
              <a:path w="55722" h="409197">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6" name="Google Shape;126;p1">
            <a:extLst>
              <a:ext uri="{FF2B5EF4-FFF2-40B4-BE49-F238E27FC236}">
                <a16:creationId xmlns:a16="http://schemas.microsoft.com/office/drawing/2014/main" id="{C89EC095-FBD5-49EC-B517-8CD33BEEA2F9}"/>
              </a:ext>
            </a:extLst>
          </p:cNvPr>
          <p:cNvSpPr>
            <a:spLocks noGrp="1"/>
          </p:cNvSpPr>
          <p:nvPr/>
        </p:nvSpPr>
        <p:spPr>
          <a:xfrm>
            <a:off x="7275055" y="1689988"/>
            <a:ext cx="44472" cy="299204"/>
          </a:xfrm>
          <a:custGeom>
            <a:avLst/>
            <a:gdLst/>
            <a:ahLst/>
            <a:cxnLst/>
            <a:rect l="l" t="t" r="r" b="b"/>
            <a:pathLst>
              <a:path w="55625" h="37424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7" name="Google Shape;127;p1">
            <a:extLst>
              <a:ext uri="{FF2B5EF4-FFF2-40B4-BE49-F238E27FC236}">
                <a16:creationId xmlns:a16="http://schemas.microsoft.com/office/drawing/2014/main" id="{45A6467F-6569-41CA-8E79-2A62A850CC5C}"/>
              </a:ext>
            </a:extLst>
          </p:cNvPr>
          <p:cNvSpPr>
            <a:spLocks noGrp="1"/>
          </p:cNvSpPr>
          <p:nvPr/>
        </p:nvSpPr>
        <p:spPr>
          <a:xfrm>
            <a:off x="7342373" y="1773451"/>
            <a:ext cx="44473" cy="254655"/>
          </a:xfrm>
          <a:custGeom>
            <a:avLst/>
            <a:gdLst/>
            <a:ahLst/>
            <a:cxnLst/>
            <a:rect l="l" t="t" r="r" b="b"/>
            <a:pathLst>
              <a:path w="55627" h="318519">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8" name="Google Shape;128;p1">
            <a:extLst>
              <a:ext uri="{FF2B5EF4-FFF2-40B4-BE49-F238E27FC236}">
                <a16:creationId xmlns:a16="http://schemas.microsoft.com/office/drawing/2014/main" id="{9A5C8478-FB64-462D-87BB-5F91371324BC}"/>
              </a:ext>
            </a:extLst>
          </p:cNvPr>
          <p:cNvSpPr>
            <a:spLocks noGrp="1"/>
          </p:cNvSpPr>
          <p:nvPr/>
        </p:nvSpPr>
        <p:spPr>
          <a:xfrm>
            <a:off x="7476553" y="1959187"/>
            <a:ext cx="44477" cy="146437"/>
          </a:xfrm>
          <a:custGeom>
            <a:avLst/>
            <a:gdLst/>
            <a:ahLst/>
            <a:cxnLst/>
            <a:rect l="l" t="t" r="r" b="b"/>
            <a:pathLst>
              <a:path w="55632" h="183161">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29" name="Google Shape;129;p1">
            <a:extLst>
              <a:ext uri="{FF2B5EF4-FFF2-40B4-BE49-F238E27FC236}">
                <a16:creationId xmlns:a16="http://schemas.microsoft.com/office/drawing/2014/main" id="{5DDCF642-43CD-4159-85F4-BCC9BCD5B092}"/>
              </a:ext>
            </a:extLst>
          </p:cNvPr>
          <p:cNvSpPr>
            <a:spLocks noGrp="1"/>
          </p:cNvSpPr>
          <p:nvPr/>
        </p:nvSpPr>
        <p:spPr>
          <a:xfrm>
            <a:off x="7543948" y="1743338"/>
            <a:ext cx="44549" cy="401203"/>
          </a:xfrm>
          <a:custGeom>
            <a:avLst/>
            <a:gdLst/>
            <a:ahLst/>
            <a:cxnLst/>
            <a:rect l="l" t="t" r="r" b="b"/>
            <a:pathLst>
              <a:path w="55722" h="501818">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0" name="Google Shape;130;p1">
            <a:extLst>
              <a:ext uri="{FF2B5EF4-FFF2-40B4-BE49-F238E27FC236}">
                <a16:creationId xmlns:a16="http://schemas.microsoft.com/office/drawing/2014/main" id="{CBF936C3-A560-4D11-A49B-EEFFDF931D6E}"/>
              </a:ext>
            </a:extLst>
          </p:cNvPr>
          <p:cNvSpPr>
            <a:spLocks noGrp="1"/>
          </p:cNvSpPr>
          <p:nvPr/>
        </p:nvSpPr>
        <p:spPr>
          <a:xfrm>
            <a:off x="7708437" y="2093106"/>
            <a:ext cx="44549" cy="146393"/>
          </a:xfrm>
          <a:custGeom>
            <a:avLst/>
            <a:gdLst/>
            <a:ahLst/>
            <a:cxnLst/>
            <a:rect l="l" t="t" r="r" b="b"/>
            <a:pathLst>
              <a:path w="55722" h="183106">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1" name="Google Shape;131;p1">
            <a:extLst>
              <a:ext uri="{FF2B5EF4-FFF2-40B4-BE49-F238E27FC236}">
                <a16:creationId xmlns:a16="http://schemas.microsoft.com/office/drawing/2014/main" id="{62708BB7-9878-416F-ACC1-1418BB10E77F}"/>
              </a:ext>
            </a:extLst>
          </p:cNvPr>
          <p:cNvSpPr>
            <a:spLocks noGrp="1"/>
          </p:cNvSpPr>
          <p:nvPr/>
        </p:nvSpPr>
        <p:spPr>
          <a:xfrm>
            <a:off x="7775833" y="2097599"/>
            <a:ext cx="44553" cy="180820"/>
          </a:xfrm>
          <a:custGeom>
            <a:avLst/>
            <a:gdLst/>
            <a:ahLst/>
            <a:cxnLst/>
            <a:rect l="l" t="t" r="r" b="b"/>
            <a:pathLst>
              <a:path w="55727" h="226167">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2" name="Google Shape;132;p1">
            <a:extLst>
              <a:ext uri="{FF2B5EF4-FFF2-40B4-BE49-F238E27FC236}">
                <a16:creationId xmlns:a16="http://schemas.microsoft.com/office/drawing/2014/main" id="{B3CC0E04-77F5-485C-B18C-5277634D4C93}"/>
              </a:ext>
            </a:extLst>
          </p:cNvPr>
          <p:cNvSpPr>
            <a:spLocks noGrp="1"/>
          </p:cNvSpPr>
          <p:nvPr/>
        </p:nvSpPr>
        <p:spPr>
          <a:xfrm>
            <a:off x="6986665" y="3342725"/>
            <a:ext cx="1789199" cy="1033007"/>
          </a:xfrm>
          <a:custGeom>
            <a:avLst/>
            <a:gdLst/>
            <a:ahLst/>
            <a:cxnLst/>
            <a:rect l="l" t="t" r="r" b="b"/>
            <a:pathLst>
              <a:path w="2237898" h="1292066">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3" name="Google Shape;133;p1">
            <a:extLst>
              <a:ext uri="{FF2B5EF4-FFF2-40B4-BE49-F238E27FC236}">
                <a16:creationId xmlns:a16="http://schemas.microsoft.com/office/drawing/2014/main" id="{B7CE4E38-4B63-427E-8771-8C876C1F0CE9}"/>
              </a:ext>
            </a:extLst>
          </p:cNvPr>
          <p:cNvSpPr>
            <a:spLocks noGrp="1"/>
          </p:cNvSpPr>
          <p:nvPr/>
        </p:nvSpPr>
        <p:spPr>
          <a:xfrm>
            <a:off x="7014156" y="3327342"/>
            <a:ext cx="1789199" cy="1033007"/>
          </a:xfrm>
          <a:custGeom>
            <a:avLst/>
            <a:gdLst/>
            <a:ahLst/>
            <a:cxnLst/>
            <a:rect l="l" t="t" r="r" b="b"/>
            <a:pathLst>
              <a:path w="2237898" h="1292066">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4" name="Google Shape;134;p1">
            <a:extLst>
              <a:ext uri="{FF2B5EF4-FFF2-40B4-BE49-F238E27FC236}">
                <a16:creationId xmlns:a16="http://schemas.microsoft.com/office/drawing/2014/main" id="{FE705A10-83F9-4024-AFCC-619E518CC3D1}"/>
              </a:ext>
            </a:extLst>
          </p:cNvPr>
          <p:cNvSpPr>
            <a:spLocks noGrp="1"/>
          </p:cNvSpPr>
          <p:nvPr/>
        </p:nvSpPr>
        <p:spPr>
          <a:xfrm>
            <a:off x="7014156" y="3298709"/>
            <a:ext cx="1789199" cy="1033007"/>
          </a:xfrm>
          <a:custGeom>
            <a:avLst/>
            <a:gdLst/>
            <a:ahLst/>
            <a:cxnLst/>
            <a:rect l="l" t="t" r="r" b="b"/>
            <a:pathLst>
              <a:path w="2237898" h="1292066">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5" name="Google Shape;135;p1">
            <a:extLst>
              <a:ext uri="{FF2B5EF4-FFF2-40B4-BE49-F238E27FC236}">
                <a16:creationId xmlns:a16="http://schemas.microsoft.com/office/drawing/2014/main" id="{6DC89363-5678-4C1C-8564-59DC30174D26}"/>
              </a:ext>
            </a:extLst>
          </p:cNvPr>
          <p:cNvSpPr>
            <a:spLocks noGrp="1"/>
          </p:cNvSpPr>
          <p:nvPr/>
        </p:nvSpPr>
        <p:spPr>
          <a:xfrm>
            <a:off x="7976493" y="3396565"/>
            <a:ext cx="664277" cy="383503"/>
          </a:xfrm>
          <a:custGeom>
            <a:avLst/>
            <a:gdLst/>
            <a:ahLst/>
            <a:cxnLst/>
            <a:rect l="l" t="t" r="r" b="b"/>
            <a:pathLst>
              <a:path w="830865" h="479678">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6" name="Google Shape;136;p1">
            <a:extLst>
              <a:ext uri="{FF2B5EF4-FFF2-40B4-BE49-F238E27FC236}">
                <a16:creationId xmlns:a16="http://schemas.microsoft.com/office/drawing/2014/main" id="{3D06B4BC-3817-48EC-9E86-494CA57F612D}"/>
              </a:ext>
            </a:extLst>
          </p:cNvPr>
          <p:cNvSpPr>
            <a:spLocks noGrp="1"/>
          </p:cNvSpPr>
          <p:nvPr/>
        </p:nvSpPr>
        <p:spPr>
          <a:xfrm>
            <a:off x="7912754" y="3450709"/>
            <a:ext cx="634273" cy="366217"/>
          </a:xfrm>
          <a:custGeom>
            <a:avLst/>
            <a:gdLst/>
            <a:ahLst/>
            <a:cxnLst/>
            <a:rect l="l" t="t" r="r" b="b"/>
            <a:pathLst>
              <a:path w="793337" h="458057">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7" name="Google Shape;137;p1">
            <a:extLst>
              <a:ext uri="{FF2B5EF4-FFF2-40B4-BE49-F238E27FC236}">
                <a16:creationId xmlns:a16="http://schemas.microsoft.com/office/drawing/2014/main" id="{31050468-E4ED-4F50-A06E-8AEB7448BD62}"/>
              </a:ext>
            </a:extLst>
          </p:cNvPr>
          <p:cNvSpPr>
            <a:spLocks noGrp="1"/>
          </p:cNvSpPr>
          <p:nvPr/>
        </p:nvSpPr>
        <p:spPr>
          <a:xfrm>
            <a:off x="7863331" y="3479190"/>
            <a:ext cx="634273" cy="366217"/>
          </a:xfrm>
          <a:custGeom>
            <a:avLst/>
            <a:gdLst/>
            <a:ahLst/>
            <a:cxnLst/>
            <a:rect l="l" t="t" r="r" b="b"/>
            <a:pathLst>
              <a:path w="793337" h="458057">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8" name="Google Shape;138;p1">
            <a:extLst>
              <a:ext uri="{FF2B5EF4-FFF2-40B4-BE49-F238E27FC236}">
                <a16:creationId xmlns:a16="http://schemas.microsoft.com/office/drawing/2014/main" id="{4EF54433-03F4-49AD-9FAF-29FD2143BAA2}"/>
              </a:ext>
            </a:extLst>
          </p:cNvPr>
          <p:cNvSpPr>
            <a:spLocks noGrp="1"/>
          </p:cNvSpPr>
          <p:nvPr/>
        </p:nvSpPr>
        <p:spPr>
          <a:xfrm>
            <a:off x="7813984" y="3507747"/>
            <a:ext cx="634273" cy="366217"/>
          </a:xfrm>
          <a:custGeom>
            <a:avLst/>
            <a:gdLst/>
            <a:ahLst/>
            <a:cxnLst/>
            <a:rect l="l" t="t" r="r" b="b"/>
            <a:pathLst>
              <a:path w="793337" h="458057">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39" name="Google Shape;139;p1">
            <a:extLst>
              <a:ext uri="{FF2B5EF4-FFF2-40B4-BE49-F238E27FC236}">
                <a16:creationId xmlns:a16="http://schemas.microsoft.com/office/drawing/2014/main" id="{767AEB47-7EAD-476B-8413-E76026565E14}"/>
              </a:ext>
            </a:extLst>
          </p:cNvPr>
          <p:cNvSpPr>
            <a:spLocks noGrp="1"/>
          </p:cNvSpPr>
          <p:nvPr/>
        </p:nvSpPr>
        <p:spPr>
          <a:xfrm>
            <a:off x="7451727" y="3699575"/>
            <a:ext cx="664201" cy="383503"/>
          </a:xfrm>
          <a:custGeom>
            <a:avLst/>
            <a:gdLst/>
            <a:ahLst/>
            <a:cxnLst/>
            <a:rect l="l" t="t" r="r" b="b"/>
            <a:pathLst>
              <a:path w="830770" h="479679">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0" name="Google Shape;140;p1">
            <a:extLst>
              <a:ext uri="{FF2B5EF4-FFF2-40B4-BE49-F238E27FC236}">
                <a16:creationId xmlns:a16="http://schemas.microsoft.com/office/drawing/2014/main" id="{5211E8D5-F4A7-4C0C-9F2D-4036D9439CB8}"/>
              </a:ext>
            </a:extLst>
          </p:cNvPr>
          <p:cNvSpPr>
            <a:spLocks noGrp="1"/>
          </p:cNvSpPr>
          <p:nvPr/>
        </p:nvSpPr>
        <p:spPr>
          <a:xfrm>
            <a:off x="7387988" y="3753643"/>
            <a:ext cx="592922" cy="342381"/>
          </a:xfrm>
          <a:custGeom>
            <a:avLst/>
            <a:gdLst/>
            <a:ahLst/>
            <a:cxnLst/>
            <a:rect l="l" t="t" r="r" b="b"/>
            <a:pathLst>
              <a:path w="741616" h="428244">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1" name="Google Shape;141;p1">
            <a:extLst>
              <a:ext uri="{FF2B5EF4-FFF2-40B4-BE49-F238E27FC236}">
                <a16:creationId xmlns:a16="http://schemas.microsoft.com/office/drawing/2014/main" id="{C7D7F9DE-8DEB-468D-A1EA-1F3A3D9B7808}"/>
              </a:ext>
            </a:extLst>
          </p:cNvPr>
          <p:cNvSpPr>
            <a:spLocks noGrp="1"/>
          </p:cNvSpPr>
          <p:nvPr/>
        </p:nvSpPr>
        <p:spPr>
          <a:xfrm>
            <a:off x="7338565" y="3782200"/>
            <a:ext cx="581727" cy="335832"/>
          </a:xfrm>
          <a:custGeom>
            <a:avLst/>
            <a:gdLst/>
            <a:ahLst/>
            <a:cxnLst/>
            <a:rect l="l" t="t" r="r" b="b"/>
            <a:pathLst>
              <a:path w="727614" h="420052">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2" name="Google Shape;142;p1">
            <a:extLst>
              <a:ext uri="{FF2B5EF4-FFF2-40B4-BE49-F238E27FC236}">
                <a16:creationId xmlns:a16="http://schemas.microsoft.com/office/drawing/2014/main" id="{23473C16-FCAD-4565-AF5C-A7A97A10DF7C}"/>
              </a:ext>
            </a:extLst>
          </p:cNvPr>
          <p:cNvSpPr>
            <a:spLocks noGrp="1"/>
          </p:cNvSpPr>
          <p:nvPr/>
        </p:nvSpPr>
        <p:spPr>
          <a:xfrm>
            <a:off x="7289218" y="3810681"/>
            <a:ext cx="496361" cy="286637"/>
          </a:xfrm>
          <a:custGeom>
            <a:avLst/>
            <a:gdLst/>
            <a:ahLst/>
            <a:cxnLst/>
            <a:rect l="l" t="t" r="r" b="b"/>
            <a:pathLst>
              <a:path w="620839" h="35852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3" name="Google Shape;143;p1">
            <a:extLst>
              <a:ext uri="{FF2B5EF4-FFF2-40B4-BE49-F238E27FC236}">
                <a16:creationId xmlns:a16="http://schemas.microsoft.com/office/drawing/2014/main" id="{121A9793-19FF-4103-BEE3-5D177911AF27}"/>
              </a:ext>
            </a:extLst>
          </p:cNvPr>
          <p:cNvSpPr>
            <a:spLocks noGrp="1"/>
          </p:cNvSpPr>
          <p:nvPr/>
        </p:nvSpPr>
        <p:spPr>
          <a:xfrm>
            <a:off x="7582329" y="3561435"/>
            <a:ext cx="337202" cy="194645"/>
          </a:xfrm>
          <a:custGeom>
            <a:avLst/>
            <a:gdLst/>
            <a:ahLst/>
            <a:cxnLst/>
            <a:rect l="l" t="t" r="r" b="b"/>
            <a:pathLst>
              <a:path w="421766" h="243458">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4" name="Google Shape;144;p1">
            <a:extLst>
              <a:ext uri="{FF2B5EF4-FFF2-40B4-BE49-F238E27FC236}">
                <a16:creationId xmlns:a16="http://schemas.microsoft.com/office/drawing/2014/main" id="{9F5BA65E-F49F-4ECD-9FA0-3907515270D5}"/>
              </a:ext>
            </a:extLst>
          </p:cNvPr>
          <p:cNvSpPr>
            <a:spLocks noGrp="1"/>
          </p:cNvSpPr>
          <p:nvPr/>
        </p:nvSpPr>
        <p:spPr>
          <a:xfrm>
            <a:off x="7800200" y="3687162"/>
            <a:ext cx="337202" cy="194721"/>
          </a:xfrm>
          <a:custGeom>
            <a:avLst/>
            <a:gdLst/>
            <a:ahLst/>
            <a:cxnLst/>
            <a:rect l="l" t="t" r="r" b="b"/>
            <a:pathLst>
              <a:path w="421766" h="243554">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5" name="Google Shape;145;p1">
            <a:extLst>
              <a:ext uri="{FF2B5EF4-FFF2-40B4-BE49-F238E27FC236}">
                <a16:creationId xmlns:a16="http://schemas.microsoft.com/office/drawing/2014/main" id="{12F8C280-4E02-477F-9F9F-D0F00017C774}"/>
              </a:ext>
            </a:extLst>
          </p:cNvPr>
          <p:cNvSpPr>
            <a:spLocks noGrp="1"/>
          </p:cNvSpPr>
          <p:nvPr/>
        </p:nvSpPr>
        <p:spPr>
          <a:xfrm>
            <a:off x="8018073" y="3812966"/>
            <a:ext cx="337202" cy="194721"/>
          </a:xfrm>
          <a:custGeom>
            <a:avLst/>
            <a:gdLst/>
            <a:ahLst/>
            <a:cxnLst/>
            <a:rect l="l" t="t" r="r" b="b"/>
            <a:pathLst>
              <a:path w="421766" h="243554">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6" name="Google Shape;146;p1">
            <a:extLst>
              <a:ext uri="{FF2B5EF4-FFF2-40B4-BE49-F238E27FC236}">
                <a16:creationId xmlns:a16="http://schemas.microsoft.com/office/drawing/2014/main" id="{C5A3DBC7-1120-4D23-BE26-D5E353B08E59}"/>
              </a:ext>
            </a:extLst>
          </p:cNvPr>
          <p:cNvSpPr>
            <a:spLocks noGrp="1"/>
          </p:cNvSpPr>
          <p:nvPr/>
        </p:nvSpPr>
        <p:spPr>
          <a:xfrm>
            <a:off x="6687910" y="670084"/>
            <a:ext cx="163899" cy="239625"/>
          </a:xfrm>
          <a:custGeom>
            <a:avLst/>
            <a:gdLst/>
            <a:ahLst/>
            <a:cxnLst/>
            <a:rect l="l" t="t" r="r" b="b"/>
            <a:pathLst>
              <a:path w="205002" h="299719">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7" name="Google Shape;147;p1">
            <a:extLst>
              <a:ext uri="{FF2B5EF4-FFF2-40B4-BE49-F238E27FC236}">
                <a16:creationId xmlns:a16="http://schemas.microsoft.com/office/drawing/2014/main" id="{702F87C1-C3AA-4C0C-AD2B-303D24C7F4DE}"/>
              </a:ext>
            </a:extLst>
          </p:cNvPr>
          <p:cNvSpPr>
            <a:spLocks noGrp="1"/>
          </p:cNvSpPr>
          <p:nvPr/>
        </p:nvSpPr>
        <p:spPr>
          <a:xfrm>
            <a:off x="6700339" y="668001"/>
            <a:ext cx="78506" cy="96744"/>
          </a:xfrm>
          <a:custGeom>
            <a:avLst/>
            <a:gdLst/>
            <a:ahLst/>
            <a:cxnLst/>
            <a:rect l="l" t="t" r="r" b="b"/>
            <a:pathLst>
              <a:path w="98194" h="121006">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8" name="Google Shape;148;p1">
            <a:extLst>
              <a:ext uri="{FF2B5EF4-FFF2-40B4-BE49-F238E27FC236}">
                <a16:creationId xmlns:a16="http://schemas.microsoft.com/office/drawing/2014/main" id="{1AB4D104-FB90-4652-8BE8-C55DA8458BA3}"/>
              </a:ext>
            </a:extLst>
          </p:cNvPr>
          <p:cNvSpPr>
            <a:spLocks noGrp="1"/>
          </p:cNvSpPr>
          <p:nvPr/>
        </p:nvSpPr>
        <p:spPr>
          <a:xfrm>
            <a:off x="6715688" y="773039"/>
            <a:ext cx="96838" cy="108380"/>
          </a:xfrm>
          <a:custGeom>
            <a:avLst/>
            <a:gdLst/>
            <a:ahLst/>
            <a:cxnLst/>
            <a:rect l="l" t="t" r="r" b="b"/>
            <a:pathLst>
              <a:path w="121123" h="13556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49" name="Google Shape;149;p1">
            <a:extLst>
              <a:ext uri="{FF2B5EF4-FFF2-40B4-BE49-F238E27FC236}">
                <a16:creationId xmlns:a16="http://schemas.microsoft.com/office/drawing/2014/main" id="{C3DB4A24-4719-4A81-9E8B-80CA1F7BCBE9}"/>
              </a:ext>
            </a:extLst>
          </p:cNvPr>
          <p:cNvSpPr>
            <a:spLocks noGrp="1"/>
          </p:cNvSpPr>
          <p:nvPr/>
        </p:nvSpPr>
        <p:spPr>
          <a:xfrm>
            <a:off x="6550295" y="816287"/>
            <a:ext cx="182749" cy="260151"/>
          </a:xfrm>
          <a:custGeom>
            <a:avLst/>
            <a:gdLst/>
            <a:ahLst/>
            <a:cxnLst/>
            <a:rect l="l" t="t" r="r" b="b"/>
            <a:pathLst>
              <a:path w="228579" h="325392">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0" name="Google Shape;150;p1">
            <a:extLst>
              <a:ext uri="{FF2B5EF4-FFF2-40B4-BE49-F238E27FC236}">
                <a16:creationId xmlns:a16="http://schemas.microsoft.com/office/drawing/2014/main" id="{48E239DA-A07F-4727-B1A7-70BE7E4FCCA0}"/>
              </a:ext>
            </a:extLst>
          </p:cNvPr>
          <p:cNvSpPr>
            <a:spLocks noGrp="1"/>
          </p:cNvSpPr>
          <p:nvPr/>
        </p:nvSpPr>
        <p:spPr>
          <a:xfrm>
            <a:off x="6687493" y="808527"/>
            <a:ext cx="141166" cy="186207"/>
          </a:xfrm>
          <a:custGeom>
            <a:avLst/>
            <a:gdLst/>
            <a:ahLst/>
            <a:cxnLst/>
            <a:rect l="l" t="t" r="r" b="b"/>
            <a:pathLst>
              <a:path w="176568" h="232904">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1" name="Google Shape;151;p1">
            <a:extLst>
              <a:ext uri="{FF2B5EF4-FFF2-40B4-BE49-F238E27FC236}">
                <a16:creationId xmlns:a16="http://schemas.microsoft.com/office/drawing/2014/main" id="{27B7B7A5-59DD-4339-AF53-3645A79C8476}"/>
              </a:ext>
            </a:extLst>
          </p:cNvPr>
          <p:cNvSpPr>
            <a:spLocks noGrp="1"/>
          </p:cNvSpPr>
          <p:nvPr/>
        </p:nvSpPr>
        <p:spPr>
          <a:xfrm>
            <a:off x="6712641" y="675415"/>
            <a:ext cx="103849" cy="127932"/>
          </a:xfrm>
          <a:custGeom>
            <a:avLst/>
            <a:gdLst/>
            <a:ahLst/>
            <a:cxnLst/>
            <a:rect l="l" t="t" r="r" b="b"/>
            <a:pathLst>
              <a:path w="129892" h="160015">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2" name="Google Shape;152;p1">
            <a:extLst>
              <a:ext uri="{FF2B5EF4-FFF2-40B4-BE49-F238E27FC236}">
                <a16:creationId xmlns:a16="http://schemas.microsoft.com/office/drawing/2014/main" id="{C7B4D09F-6D3F-4502-85BD-13B9C0474862}"/>
              </a:ext>
            </a:extLst>
          </p:cNvPr>
          <p:cNvSpPr>
            <a:spLocks noGrp="1"/>
          </p:cNvSpPr>
          <p:nvPr/>
        </p:nvSpPr>
        <p:spPr>
          <a:xfrm>
            <a:off x="6716857" y="674913"/>
            <a:ext cx="104260" cy="98126"/>
          </a:xfrm>
          <a:custGeom>
            <a:avLst/>
            <a:gdLst/>
            <a:ahLst/>
            <a:cxnLst/>
            <a:rect l="l" t="t" r="r" b="b"/>
            <a:pathLst>
              <a:path w="130406" h="122734">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3" name="Google Shape;153;p1">
            <a:extLst>
              <a:ext uri="{FF2B5EF4-FFF2-40B4-BE49-F238E27FC236}">
                <a16:creationId xmlns:a16="http://schemas.microsoft.com/office/drawing/2014/main" id="{E0A15BDC-72DE-4126-B609-6AA6465E177F}"/>
              </a:ext>
            </a:extLst>
          </p:cNvPr>
          <p:cNvSpPr>
            <a:spLocks noGrp="1"/>
          </p:cNvSpPr>
          <p:nvPr/>
        </p:nvSpPr>
        <p:spPr>
          <a:xfrm>
            <a:off x="6591681" y="1319278"/>
            <a:ext cx="81988" cy="62539"/>
          </a:xfrm>
          <a:custGeom>
            <a:avLst/>
            <a:gdLst/>
            <a:ahLst/>
            <a:cxnLst/>
            <a:rect l="l" t="t" r="r" b="b"/>
            <a:pathLst>
              <a:path w="102549" h="78223">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4" name="Google Shape;154;p1">
            <a:extLst>
              <a:ext uri="{FF2B5EF4-FFF2-40B4-BE49-F238E27FC236}">
                <a16:creationId xmlns:a16="http://schemas.microsoft.com/office/drawing/2014/main" id="{0DBD7016-1356-4339-8CC9-F99EA8D7595C}"/>
              </a:ext>
            </a:extLst>
          </p:cNvPr>
          <p:cNvSpPr>
            <a:spLocks noGrp="1"/>
          </p:cNvSpPr>
          <p:nvPr/>
        </p:nvSpPr>
        <p:spPr>
          <a:xfrm>
            <a:off x="6592043" y="1339232"/>
            <a:ext cx="81616" cy="42611"/>
          </a:xfrm>
          <a:custGeom>
            <a:avLst/>
            <a:gdLst/>
            <a:ahLst/>
            <a:cxnLst/>
            <a:rect l="l" t="t" r="r" b="b"/>
            <a:pathLst>
              <a:path w="102084" h="53297">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5" name="Google Shape;155;p1">
            <a:extLst>
              <a:ext uri="{FF2B5EF4-FFF2-40B4-BE49-F238E27FC236}">
                <a16:creationId xmlns:a16="http://schemas.microsoft.com/office/drawing/2014/main" id="{35017BB9-C415-4547-AF8E-94C2E32ECBFF}"/>
              </a:ext>
            </a:extLst>
          </p:cNvPr>
          <p:cNvSpPr>
            <a:spLocks noGrp="1"/>
          </p:cNvSpPr>
          <p:nvPr/>
        </p:nvSpPr>
        <p:spPr>
          <a:xfrm>
            <a:off x="6550653" y="1292322"/>
            <a:ext cx="75049" cy="58139"/>
          </a:xfrm>
          <a:custGeom>
            <a:avLst/>
            <a:gdLst/>
            <a:ahLst/>
            <a:cxnLst/>
            <a:rect l="l" t="t" r="r" b="b"/>
            <a:pathLst>
              <a:path w="93870" h="72719">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6" name="Google Shape;156;p1">
            <a:extLst>
              <a:ext uri="{FF2B5EF4-FFF2-40B4-BE49-F238E27FC236}">
                <a16:creationId xmlns:a16="http://schemas.microsoft.com/office/drawing/2014/main" id="{C2113C84-1838-4884-9E2E-5BAA7088B9D6}"/>
              </a:ext>
            </a:extLst>
          </p:cNvPr>
          <p:cNvSpPr>
            <a:spLocks noGrp="1"/>
          </p:cNvSpPr>
          <p:nvPr/>
        </p:nvSpPr>
        <p:spPr>
          <a:xfrm>
            <a:off x="6550998" y="1311512"/>
            <a:ext cx="74752" cy="39022"/>
          </a:xfrm>
          <a:custGeom>
            <a:avLst/>
            <a:gdLst/>
            <a:ahLst/>
            <a:cxnLst/>
            <a:rect l="l" t="t" r="r" b="b"/>
            <a:pathLst>
              <a:path w="93498" h="48808">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7" name="Google Shape;157;p1">
            <a:extLst>
              <a:ext uri="{FF2B5EF4-FFF2-40B4-BE49-F238E27FC236}">
                <a16:creationId xmlns:a16="http://schemas.microsoft.com/office/drawing/2014/main" id="{9773E684-71E9-499E-8A55-3EC0451ADFE6}"/>
              </a:ext>
            </a:extLst>
          </p:cNvPr>
          <p:cNvSpPr>
            <a:spLocks noGrp="1"/>
          </p:cNvSpPr>
          <p:nvPr/>
        </p:nvSpPr>
        <p:spPr>
          <a:xfrm>
            <a:off x="6578488" y="992358"/>
            <a:ext cx="178709" cy="308230"/>
          </a:xfrm>
          <a:custGeom>
            <a:avLst/>
            <a:gdLst/>
            <a:ahLst/>
            <a:cxnLst/>
            <a:rect l="l" t="t" r="r" b="b"/>
            <a:pathLst>
              <a:path w="223526" h="385528">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8" name="Google Shape;158;p1">
            <a:extLst>
              <a:ext uri="{FF2B5EF4-FFF2-40B4-BE49-F238E27FC236}">
                <a16:creationId xmlns:a16="http://schemas.microsoft.com/office/drawing/2014/main" id="{51E198AC-D975-434D-A7CA-7AF020A67478}"/>
              </a:ext>
            </a:extLst>
          </p:cNvPr>
          <p:cNvSpPr>
            <a:spLocks noGrp="1"/>
          </p:cNvSpPr>
          <p:nvPr/>
        </p:nvSpPr>
        <p:spPr>
          <a:xfrm>
            <a:off x="6627226" y="992967"/>
            <a:ext cx="177917" cy="333745"/>
          </a:xfrm>
          <a:custGeom>
            <a:avLst/>
            <a:gdLst/>
            <a:ahLst/>
            <a:cxnLst/>
            <a:rect l="l" t="t" r="r" b="b"/>
            <a:pathLst>
              <a:path w="222535" h="417442">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59" name="Google Shape;159;p1">
            <a:extLst>
              <a:ext uri="{FF2B5EF4-FFF2-40B4-BE49-F238E27FC236}">
                <a16:creationId xmlns:a16="http://schemas.microsoft.com/office/drawing/2014/main" id="{992DE8C2-EDEB-4E9D-B170-4EFB1D9E0AD7}"/>
              </a:ext>
            </a:extLst>
          </p:cNvPr>
          <p:cNvSpPr>
            <a:spLocks noGrp="1"/>
          </p:cNvSpPr>
          <p:nvPr/>
        </p:nvSpPr>
        <p:spPr>
          <a:xfrm>
            <a:off x="6560953" y="971949"/>
            <a:ext cx="266059" cy="244904"/>
          </a:xfrm>
          <a:custGeom>
            <a:avLst/>
            <a:gdLst/>
            <a:ahLst/>
            <a:cxnLst/>
            <a:rect l="l" t="t" r="r" b="b"/>
            <a:pathLst>
              <a:path w="332782" h="306321">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0" name="Google Shape;160;p1">
            <a:extLst>
              <a:ext uri="{FF2B5EF4-FFF2-40B4-BE49-F238E27FC236}">
                <a16:creationId xmlns:a16="http://schemas.microsoft.com/office/drawing/2014/main" id="{C9EBE967-7611-4F59-AA7F-6ED419F9080F}"/>
              </a:ext>
            </a:extLst>
          </p:cNvPr>
          <p:cNvSpPr>
            <a:spLocks noGrp="1"/>
          </p:cNvSpPr>
          <p:nvPr/>
        </p:nvSpPr>
        <p:spPr>
          <a:xfrm>
            <a:off x="6774876" y="827227"/>
            <a:ext cx="92463" cy="324160"/>
          </a:xfrm>
          <a:custGeom>
            <a:avLst/>
            <a:gdLst/>
            <a:ahLst/>
            <a:cxnLst/>
            <a:rect l="l" t="t" r="r" b="b"/>
            <a:pathLst>
              <a:path w="115651" h="405453">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1" name="Google Shape;161;p1">
            <a:extLst>
              <a:ext uri="{FF2B5EF4-FFF2-40B4-BE49-F238E27FC236}">
                <a16:creationId xmlns:a16="http://schemas.microsoft.com/office/drawing/2014/main" id="{249BAC47-CE1A-46F8-ABA3-5A8276CB160D}"/>
              </a:ext>
            </a:extLst>
          </p:cNvPr>
          <p:cNvSpPr>
            <a:spLocks noGrp="1"/>
          </p:cNvSpPr>
          <p:nvPr/>
        </p:nvSpPr>
        <p:spPr>
          <a:xfrm>
            <a:off x="6792998" y="823141"/>
            <a:ext cx="55907" cy="71103"/>
          </a:xfrm>
          <a:custGeom>
            <a:avLst/>
            <a:gdLst/>
            <a:ahLst/>
            <a:cxnLst/>
            <a:rect l="l" t="t" r="r" b="b"/>
            <a:pathLst>
              <a:path w="69928" h="88934">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2" name="Google Shape;162;p1">
            <a:extLst>
              <a:ext uri="{FF2B5EF4-FFF2-40B4-BE49-F238E27FC236}">
                <a16:creationId xmlns:a16="http://schemas.microsoft.com/office/drawing/2014/main" id="{2BF6EBDE-FA68-4265-B232-637710FAD6AA}"/>
              </a:ext>
            </a:extLst>
          </p:cNvPr>
          <p:cNvSpPr>
            <a:spLocks noGrp="1"/>
          </p:cNvSpPr>
          <p:nvPr/>
        </p:nvSpPr>
        <p:spPr>
          <a:xfrm>
            <a:off x="6683350" y="808424"/>
            <a:ext cx="47823" cy="50210"/>
          </a:xfrm>
          <a:custGeom>
            <a:avLst/>
            <a:gdLst/>
            <a:ahLst/>
            <a:cxnLst/>
            <a:rect l="l" t="t" r="r" b="b"/>
            <a:pathLst>
              <a:path w="59816" h="62802">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4" name="Google Shape;164;p1">
            <a:extLst>
              <a:ext uri="{FF2B5EF4-FFF2-40B4-BE49-F238E27FC236}">
                <a16:creationId xmlns:a16="http://schemas.microsoft.com/office/drawing/2014/main" id="{E4079A34-2B06-49F5-800A-8B4515AEEBC4}"/>
              </a:ext>
            </a:extLst>
          </p:cNvPr>
          <p:cNvSpPr>
            <a:spLocks noGrp="1"/>
          </p:cNvSpPr>
          <p:nvPr/>
        </p:nvSpPr>
        <p:spPr>
          <a:xfrm flipH="1">
            <a:off x="-5678143" y="2071446"/>
            <a:ext cx="345795" cy="199644"/>
          </a:xfrm>
          <a:custGeom>
            <a:avLst/>
            <a:gdLst/>
            <a:ahLst/>
            <a:cxnLst/>
            <a:rect l="l" t="t" r="r" b="b"/>
            <a:pathLst>
              <a:path w="432244" h="249555">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5" name="Google Shape;165;p1">
            <a:extLst>
              <a:ext uri="{FF2B5EF4-FFF2-40B4-BE49-F238E27FC236}">
                <a16:creationId xmlns:a16="http://schemas.microsoft.com/office/drawing/2014/main" id="{5EF7BFB9-D39F-4032-9250-89F76A25D6E7}"/>
              </a:ext>
            </a:extLst>
          </p:cNvPr>
          <p:cNvSpPr>
            <a:spLocks noGrp="1"/>
          </p:cNvSpPr>
          <p:nvPr/>
        </p:nvSpPr>
        <p:spPr>
          <a:xfrm flipH="1">
            <a:off x="-5781662" y="1229915"/>
            <a:ext cx="174078" cy="254926"/>
          </a:xfrm>
          <a:custGeom>
            <a:avLst/>
            <a:gdLst/>
            <a:ahLst/>
            <a:cxnLst/>
            <a:rect l="l" t="t" r="r" b="b"/>
            <a:pathLst>
              <a:path w="217597" h="318657">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6" name="Google Shape;166;p1">
            <a:extLst>
              <a:ext uri="{FF2B5EF4-FFF2-40B4-BE49-F238E27FC236}">
                <a16:creationId xmlns:a16="http://schemas.microsoft.com/office/drawing/2014/main" id="{6A897589-083E-43A0-A230-CB787EF631F3}"/>
              </a:ext>
            </a:extLst>
          </p:cNvPr>
          <p:cNvSpPr>
            <a:spLocks noGrp="1"/>
          </p:cNvSpPr>
          <p:nvPr/>
        </p:nvSpPr>
        <p:spPr>
          <a:xfrm flipH="1">
            <a:off x="-5776639" y="1413253"/>
            <a:ext cx="32518" cy="188360"/>
          </a:xfrm>
          <a:custGeom>
            <a:avLst/>
            <a:gdLst/>
            <a:ahLst/>
            <a:cxnLst/>
            <a:rect l="l" t="t" r="r" b="b"/>
            <a:pathLst>
              <a:path w="40647" h="23545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7" name="Google Shape;167;p1">
            <a:extLst>
              <a:ext uri="{FF2B5EF4-FFF2-40B4-BE49-F238E27FC236}">
                <a16:creationId xmlns:a16="http://schemas.microsoft.com/office/drawing/2014/main" id="{EDCFCA93-C89D-4819-A521-ABEDE7F2378B}"/>
              </a:ext>
            </a:extLst>
          </p:cNvPr>
          <p:cNvSpPr>
            <a:spLocks noGrp="1"/>
          </p:cNvSpPr>
          <p:nvPr/>
        </p:nvSpPr>
        <p:spPr>
          <a:xfrm flipH="1">
            <a:off x="-5795186" y="1227582"/>
            <a:ext cx="83137" cy="102663"/>
          </a:xfrm>
          <a:custGeom>
            <a:avLst/>
            <a:gdLst/>
            <a:ahLst/>
            <a:cxnLst/>
            <a:rect l="l" t="t" r="r" b="b"/>
            <a:pathLst>
              <a:path w="103921" h="128329">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8" name="Google Shape;168;p1">
            <a:extLst>
              <a:ext uri="{FF2B5EF4-FFF2-40B4-BE49-F238E27FC236}">
                <a16:creationId xmlns:a16="http://schemas.microsoft.com/office/drawing/2014/main" id="{5614C524-C8CC-4469-B198-56D779A7ED5F}"/>
              </a:ext>
            </a:extLst>
          </p:cNvPr>
          <p:cNvSpPr>
            <a:spLocks noGrp="1"/>
          </p:cNvSpPr>
          <p:nvPr/>
        </p:nvSpPr>
        <p:spPr>
          <a:xfrm flipH="1">
            <a:off x="-5811517" y="1339698"/>
            <a:ext cx="102898" cy="115088"/>
          </a:xfrm>
          <a:custGeom>
            <a:avLst/>
            <a:gdLst/>
            <a:ahLst/>
            <a:cxnLst/>
            <a:rect l="l" t="t" r="r" b="b"/>
            <a:pathLst>
              <a:path w="128622" h="14386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69" name="Google Shape;169;p1">
            <a:extLst>
              <a:ext uri="{FF2B5EF4-FFF2-40B4-BE49-F238E27FC236}">
                <a16:creationId xmlns:a16="http://schemas.microsoft.com/office/drawing/2014/main" id="{0A1E9703-34B8-4657-ACB2-3C7C25DA6823}"/>
              </a:ext>
            </a:extLst>
          </p:cNvPr>
          <p:cNvSpPr>
            <a:spLocks noGrp="1"/>
          </p:cNvSpPr>
          <p:nvPr/>
        </p:nvSpPr>
        <p:spPr>
          <a:xfrm flipH="1">
            <a:off x="-5781607" y="1376707"/>
            <a:ext cx="149918" cy="172167"/>
          </a:xfrm>
          <a:custGeom>
            <a:avLst/>
            <a:gdLst/>
            <a:ahLst/>
            <a:cxnLst/>
            <a:rect l="l" t="t" r="r" b="b"/>
            <a:pathLst>
              <a:path w="187397" h="215209">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0" name="Google Shape;170;p1">
            <a:extLst>
              <a:ext uri="{FF2B5EF4-FFF2-40B4-BE49-F238E27FC236}">
                <a16:creationId xmlns:a16="http://schemas.microsoft.com/office/drawing/2014/main" id="{7DB365EA-ECCF-47F3-BFDA-E1D152B0940D}"/>
              </a:ext>
            </a:extLst>
          </p:cNvPr>
          <p:cNvSpPr>
            <a:spLocks noGrp="1"/>
          </p:cNvSpPr>
          <p:nvPr/>
        </p:nvSpPr>
        <p:spPr>
          <a:xfrm flipH="1">
            <a:off x="-5808246" y="1235802"/>
            <a:ext cx="110823" cy="136345"/>
          </a:xfrm>
          <a:custGeom>
            <a:avLst/>
            <a:gdLst/>
            <a:ahLst/>
            <a:cxnLst/>
            <a:rect l="l" t="t" r="r" b="b"/>
            <a:pathLst>
              <a:path w="138529" h="170431">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1" name="Google Shape;171;p1">
            <a:extLst>
              <a:ext uri="{FF2B5EF4-FFF2-40B4-BE49-F238E27FC236}">
                <a16:creationId xmlns:a16="http://schemas.microsoft.com/office/drawing/2014/main" id="{0F355FC9-1ECC-4478-91D3-980574A4CB2B}"/>
              </a:ext>
            </a:extLst>
          </p:cNvPr>
          <p:cNvSpPr>
            <a:spLocks noGrp="1"/>
          </p:cNvSpPr>
          <p:nvPr/>
        </p:nvSpPr>
        <p:spPr>
          <a:xfrm flipH="1">
            <a:off x="-5812703" y="1235069"/>
            <a:ext cx="110779" cy="104694"/>
          </a:xfrm>
          <a:custGeom>
            <a:avLst/>
            <a:gdLst/>
            <a:ahLst/>
            <a:cxnLst/>
            <a:rect l="l" t="t" r="r" b="b"/>
            <a:pathLst>
              <a:path w="138474" h="130867">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2" name="Google Shape;172;p1">
            <a:extLst>
              <a:ext uri="{FF2B5EF4-FFF2-40B4-BE49-F238E27FC236}">
                <a16:creationId xmlns:a16="http://schemas.microsoft.com/office/drawing/2014/main" id="{E4E95641-335B-41B1-BA67-F52DE59E1381}"/>
              </a:ext>
            </a:extLst>
          </p:cNvPr>
          <p:cNvSpPr>
            <a:spLocks noGrp="1"/>
          </p:cNvSpPr>
          <p:nvPr/>
        </p:nvSpPr>
        <p:spPr>
          <a:xfrm flipH="1">
            <a:off x="-5898276" y="1399920"/>
            <a:ext cx="74471" cy="246223"/>
          </a:xfrm>
          <a:custGeom>
            <a:avLst/>
            <a:gdLst/>
            <a:ahLst/>
            <a:cxnLst/>
            <a:rect l="l" t="t" r="r" b="b"/>
            <a:pathLst>
              <a:path w="93089" h="307779">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3" name="Google Shape;173;p1">
            <a:extLst>
              <a:ext uri="{FF2B5EF4-FFF2-40B4-BE49-F238E27FC236}">
                <a16:creationId xmlns:a16="http://schemas.microsoft.com/office/drawing/2014/main" id="{0AC14EFD-016D-46D6-8118-FBB5FBB4A7AF}"/>
              </a:ext>
            </a:extLst>
          </p:cNvPr>
          <p:cNvSpPr>
            <a:spLocks noGrp="1"/>
          </p:cNvSpPr>
          <p:nvPr/>
        </p:nvSpPr>
        <p:spPr>
          <a:xfrm flipH="1">
            <a:off x="-5831068" y="2138001"/>
            <a:ext cx="86995" cy="66513"/>
          </a:xfrm>
          <a:custGeom>
            <a:avLst/>
            <a:gdLst/>
            <a:ahLst/>
            <a:cxnLst/>
            <a:rect l="l" t="t" r="r" b="b"/>
            <a:pathLst>
              <a:path w="108744" h="83141">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4" name="Google Shape;174;p1">
            <a:extLst>
              <a:ext uri="{FF2B5EF4-FFF2-40B4-BE49-F238E27FC236}">
                <a16:creationId xmlns:a16="http://schemas.microsoft.com/office/drawing/2014/main" id="{B8E1C2C5-4BA0-49C2-A6D8-1E97701C1CD6}"/>
              </a:ext>
            </a:extLst>
          </p:cNvPr>
          <p:cNvSpPr>
            <a:spLocks noGrp="1"/>
          </p:cNvSpPr>
          <p:nvPr/>
        </p:nvSpPr>
        <p:spPr>
          <a:xfrm flipH="1">
            <a:off x="-5831514" y="2159173"/>
            <a:ext cx="86563" cy="44990"/>
          </a:xfrm>
          <a:custGeom>
            <a:avLst/>
            <a:gdLst/>
            <a:ahLst/>
            <a:cxnLst/>
            <a:rect l="l" t="t" r="r" b="b"/>
            <a:pathLst>
              <a:path w="108204" h="56238">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5" name="Google Shape;175;p1">
            <a:extLst>
              <a:ext uri="{FF2B5EF4-FFF2-40B4-BE49-F238E27FC236}">
                <a16:creationId xmlns:a16="http://schemas.microsoft.com/office/drawing/2014/main" id="{09F7DD34-E24D-4CAD-A9A7-6C43B4BA3C50}"/>
              </a:ext>
            </a:extLst>
          </p:cNvPr>
          <p:cNvSpPr>
            <a:spLocks noGrp="1"/>
          </p:cNvSpPr>
          <p:nvPr/>
        </p:nvSpPr>
        <p:spPr>
          <a:xfrm flipH="1">
            <a:off x="-5764925" y="2123304"/>
            <a:ext cx="79862" cy="61873"/>
          </a:xfrm>
          <a:custGeom>
            <a:avLst/>
            <a:gdLst/>
            <a:ahLst/>
            <a:cxnLst/>
            <a:rect l="l" t="t" r="r" b="b"/>
            <a:pathLst>
              <a:path w="99827" h="77341">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6" name="Google Shape;176;p1">
            <a:extLst>
              <a:ext uri="{FF2B5EF4-FFF2-40B4-BE49-F238E27FC236}">
                <a16:creationId xmlns:a16="http://schemas.microsoft.com/office/drawing/2014/main" id="{2F9BDA8C-1E67-4B12-834F-349DDE2BE608}"/>
              </a:ext>
            </a:extLst>
          </p:cNvPr>
          <p:cNvSpPr>
            <a:spLocks noGrp="1"/>
          </p:cNvSpPr>
          <p:nvPr/>
        </p:nvSpPr>
        <p:spPr>
          <a:xfrm flipH="1">
            <a:off x="-5764880" y="2143638"/>
            <a:ext cx="79629" cy="41383"/>
          </a:xfrm>
          <a:custGeom>
            <a:avLst/>
            <a:gdLst/>
            <a:ahLst/>
            <a:cxnLst/>
            <a:rect l="l" t="t" r="r" b="b"/>
            <a:pathLst>
              <a:path w="99536" h="51729">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7" name="Google Shape;177;p1">
            <a:extLst>
              <a:ext uri="{FF2B5EF4-FFF2-40B4-BE49-F238E27FC236}">
                <a16:creationId xmlns:a16="http://schemas.microsoft.com/office/drawing/2014/main" id="{445ADCEA-13A4-4511-AD38-66EA999E3707}"/>
              </a:ext>
            </a:extLst>
          </p:cNvPr>
          <p:cNvSpPr>
            <a:spLocks noGrp="1"/>
          </p:cNvSpPr>
          <p:nvPr/>
        </p:nvSpPr>
        <p:spPr>
          <a:xfrm flipH="1">
            <a:off x="-5777722" y="1549116"/>
            <a:ext cx="170454" cy="595560"/>
          </a:xfrm>
          <a:custGeom>
            <a:avLst/>
            <a:gdLst/>
            <a:ahLst/>
            <a:cxnLst/>
            <a:rect l="l" t="t" r="r" b="b"/>
            <a:pathLst>
              <a:path w="213068" h="74445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8" name="Google Shape;178;p1">
            <a:extLst>
              <a:ext uri="{FF2B5EF4-FFF2-40B4-BE49-F238E27FC236}">
                <a16:creationId xmlns:a16="http://schemas.microsoft.com/office/drawing/2014/main" id="{E7B45919-2C0A-4CDF-AB75-91E7FA6FA14E}"/>
              </a:ext>
            </a:extLst>
          </p:cNvPr>
          <p:cNvSpPr>
            <a:spLocks noGrp="1"/>
          </p:cNvSpPr>
          <p:nvPr/>
        </p:nvSpPr>
        <p:spPr>
          <a:xfrm flipH="1">
            <a:off x="-5770564" y="1535104"/>
            <a:ext cx="181538" cy="396087"/>
          </a:xfrm>
          <a:custGeom>
            <a:avLst/>
            <a:gdLst/>
            <a:ahLst/>
            <a:cxnLst/>
            <a:rect l="l" t="t" r="r" b="b"/>
            <a:pathLst>
              <a:path w="226922" h="495109">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79" name="Google Shape;179;p1">
            <a:extLst>
              <a:ext uri="{FF2B5EF4-FFF2-40B4-BE49-F238E27FC236}">
                <a16:creationId xmlns:a16="http://schemas.microsoft.com/office/drawing/2014/main" id="{166C0331-86A7-410E-A162-440B1E82F67A}"/>
              </a:ext>
            </a:extLst>
          </p:cNvPr>
          <p:cNvSpPr>
            <a:spLocks noGrp="1"/>
          </p:cNvSpPr>
          <p:nvPr/>
        </p:nvSpPr>
        <p:spPr>
          <a:xfrm flipH="1">
            <a:off x="-5895126" y="1397370"/>
            <a:ext cx="61010" cy="76023"/>
          </a:xfrm>
          <a:custGeom>
            <a:avLst/>
            <a:gdLst/>
            <a:ahLst/>
            <a:cxnLst/>
            <a:rect l="l" t="t" r="r" b="b"/>
            <a:pathLst>
              <a:path w="76263" h="95029">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0" name="Google Shape;180;p1">
            <a:extLst>
              <a:ext uri="{FF2B5EF4-FFF2-40B4-BE49-F238E27FC236}">
                <a16:creationId xmlns:a16="http://schemas.microsoft.com/office/drawing/2014/main" id="{2F15E776-2DDE-4C52-B9FD-5E5621290A1F}"/>
              </a:ext>
            </a:extLst>
          </p:cNvPr>
          <p:cNvSpPr>
            <a:spLocks noGrp="1"/>
          </p:cNvSpPr>
          <p:nvPr/>
        </p:nvSpPr>
        <p:spPr>
          <a:xfrm flipH="1">
            <a:off x="-5777141" y="1376803"/>
            <a:ext cx="50825" cy="53396"/>
          </a:xfrm>
          <a:custGeom>
            <a:avLst/>
            <a:gdLst/>
            <a:ahLst/>
            <a:cxnLst/>
            <a:rect l="l" t="t" r="r" b="b"/>
            <a:pathLst>
              <a:path w="63531" h="66745">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2" name="Google Shape;182;p1">
            <a:extLst>
              <a:ext uri="{FF2B5EF4-FFF2-40B4-BE49-F238E27FC236}">
                <a16:creationId xmlns:a16="http://schemas.microsoft.com/office/drawing/2014/main" id="{BD7C0377-17A3-42B7-8A5A-208EF88362AB}"/>
              </a:ext>
            </a:extLst>
          </p:cNvPr>
          <p:cNvSpPr>
            <a:spLocks noGrp="1"/>
          </p:cNvSpPr>
          <p:nvPr/>
        </p:nvSpPr>
        <p:spPr>
          <a:xfrm>
            <a:off x="5599902" y="4361660"/>
            <a:ext cx="345795" cy="199644"/>
          </a:xfrm>
          <a:custGeom>
            <a:avLst/>
            <a:gdLst/>
            <a:ahLst/>
            <a:cxnLst/>
            <a:rect l="l" t="t" r="r" b="b"/>
            <a:pathLst>
              <a:path w="432244" h="249555">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3" name="Google Shape;183;p1">
            <a:extLst>
              <a:ext uri="{FF2B5EF4-FFF2-40B4-BE49-F238E27FC236}">
                <a16:creationId xmlns:a16="http://schemas.microsoft.com/office/drawing/2014/main" id="{E7F97380-EA58-483B-83D5-094B37446127}"/>
              </a:ext>
            </a:extLst>
          </p:cNvPr>
          <p:cNvSpPr>
            <a:spLocks noGrp="1"/>
          </p:cNvSpPr>
          <p:nvPr/>
        </p:nvSpPr>
        <p:spPr>
          <a:xfrm>
            <a:off x="5857373" y="3694793"/>
            <a:ext cx="68002" cy="244678"/>
          </a:xfrm>
          <a:custGeom>
            <a:avLst/>
            <a:gdLst/>
            <a:ahLst/>
            <a:cxnLst/>
            <a:rect l="l" t="t" r="r" b="b"/>
            <a:pathLst>
              <a:path w="85002" h="305847">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4" name="Google Shape;184;p1">
            <a:extLst>
              <a:ext uri="{FF2B5EF4-FFF2-40B4-BE49-F238E27FC236}">
                <a16:creationId xmlns:a16="http://schemas.microsoft.com/office/drawing/2014/main" id="{70E1F111-7BD7-42BE-B31E-FA1B117D9B33}"/>
              </a:ext>
            </a:extLst>
          </p:cNvPr>
          <p:cNvSpPr>
            <a:spLocks noGrp="1"/>
          </p:cNvSpPr>
          <p:nvPr/>
        </p:nvSpPr>
        <p:spPr>
          <a:xfrm>
            <a:off x="5646512" y="4457015"/>
            <a:ext cx="99120" cy="56094"/>
          </a:xfrm>
          <a:custGeom>
            <a:avLst/>
            <a:gdLst/>
            <a:ahLst/>
            <a:cxnLst/>
            <a:rect l="l" t="t" r="r" b="b"/>
            <a:pathLst>
              <a:path w="123900" h="70118">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5" name="Google Shape;185;p1">
            <a:extLst>
              <a:ext uri="{FF2B5EF4-FFF2-40B4-BE49-F238E27FC236}">
                <a16:creationId xmlns:a16="http://schemas.microsoft.com/office/drawing/2014/main" id="{02D608DE-028D-41AD-AE61-B57F55BC2718}"/>
              </a:ext>
            </a:extLst>
          </p:cNvPr>
          <p:cNvSpPr>
            <a:spLocks noGrp="1"/>
          </p:cNvSpPr>
          <p:nvPr/>
        </p:nvSpPr>
        <p:spPr>
          <a:xfrm>
            <a:off x="5646415" y="4466369"/>
            <a:ext cx="97551" cy="46733"/>
          </a:xfrm>
          <a:custGeom>
            <a:avLst/>
            <a:gdLst/>
            <a:ahLst/>
            <a:cxnLst/>
            <a:rect l="l" t="t" r="r" b="b"/>
            <a:pathLst>
              <a:path w="121939" h="58416">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6" name="Google Shape;186;p1">
            <a:extLst>
              <a:ext uri="{FF2B5EF4-FFF2-40B4-BE49-F238E27FC236}">
                <a16:creationId xmlns:a16="http://schemas.microsoft.com/office/drawing/2014/main" id="{F5DC5A09-FE7E-4629-98DF-ED901AB90097}"/>
              </a:ext>
            </a:extLst>
          </p:cNvPr>
          <p:cNvSpPr>
            <a:spLocks noGrp="1"/>
          </p:cNvSpPr>
          <p:nvPr/>
        </p:nvSpPr>
        <p:spPr>
          <a:xfrm>
            <a:off x="5772662" y="4393723"/>
            <a:ext cx="95533" cy="53978"/>
          </a:xfrm>
          <a:custGeom>
            <a:avLst/>
            <a:gdLst/>
            <a:ahLst/>
            <a:cxnLst/>
            <a:rect l="l" t="t" r="r" b="b"/>
            <a:pathLst>
              <a:path w="119416" h="67472">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7" name="Google Shape;187;p1">
            <a:extLst>
              <a:ext uri="{FF2B5EF4-FFF2-40B4-BE49-F238E27FC236}">
                <a16:creationId xmlns:a16="http://schemas.microsoft.com/office/drawing/2014/main" id="{406EBF3B-3F15-4A5A-BEB9-34F2D9B4FB6F}"/>
              </a:ext>
            </a:extLst>
          </p:cNvPr>
          <p:cNvSpPr>
            <a:spLocks noGrp="1"/>
          </p:cNvSpPr>
          <p:nvPr/>
        </p:nvSpPr>
        <p:spPr>
          <a:xfrm>
            <a:off x="5772698" y="4402630"/>
            <a:ext cx="93872" cy="45066"/>
          </a:xfrm>
          <a:custGeom>
            <a:avLst/>
            <a:gdLst/>
            <a:ahLst/>
            <a:cxnLst/>
            <a:rect l="l" t="t" r="r" b="b"/>
            <a:pathLst>
              <a:path w="117340" h="56332">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8" name="Google Shape;188;p1">
            <a:extLst>
              <a:ext uri="{FF2B5EF4-FFF2-40B4-BE49-F238E27FC236}">
                <a16:creationId xmlns:a16="http://schemas.microsoft.com/office/drawing/2014/main" id="{C31F4BC1-22C9-4FC9-AA1D-BBF17C273B92}"/>
              </a:ext>
            </a:extLst>
          </p:cNvPr>
          <p:cNvSpPr>
            <a:spLocks noGrp="1"/>
          </p:cNvSpPr>
          <p:nvPr/>
        </p:nvSpPr>
        <p:spPr>
          <a:xfrm>
            <a:off x="5706509" y="3888221"/>
            <a:ext cx="190443" cy="586341"/>
          </a:xfrm>
          <a:custGeom>
            <a:avLst/>
            <a:gdLst/>
            <a:ahLst/>
            <a:cxnLst/>
            <a:rect l="l" t="t" r="r" b="b"/>
            <a:pathLst>
              <a:path w="238054" h="732926">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89" name="Google Shape;189;p1">
            <a:extLst>
              <a:ext uri="{FF2B5EF4-FFF2-40B4-BE49-F238E27FC236}">
                <a16:creationId xmlns:a16="http://schemas.microsoft.com/office/drawing/2014/main" id="{C9C6EF39-A283-467F-BE75-06C6EF29A424}"/>
              </a:ext>
            </a:extLst>
          </p:cNvPr>
          <p:cNvSpPr>
            <a:spLocks noGrp="1"/>
          </p:cNvSpPr>
          <p:nvPr/>
        </p:nvSpPr>
        <p:spPr>
          <a:xfrm>
            <a:off x="5707322" y="3888221"/>
            <a:ext cx="189540" cy="327893"/>
          </a:xfrm>
          <a:custGeom>
            <a:avLst/>
            <a:gdLst/>
            <a:ahLst/>
            <a:cxnLst/>
            <a:rect l="l" t="t" r="r" b="b"/>
            <a:pathLst>
              <a:path w="236925" h="409866">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0" name="Google Shape;190;p1">
            <a:extLst>
              <a:ext uri="{FF2B5EF4-FFF2-40B4-BE49-F238E27FC236}">
                <a16:creationId xmlns:a16="http://schemas.microsoft.com/office/drawing/2014/main" id="{C54BFF1F-7EDF-4071-9FBF-BC26DDD57D39}"/>
              </a:ext>
            </a:extLst>
          </p:cNvPr>
          <p:cNvSpPr>
            <a:spLocks noGrp="1"/>
          </p:cNvSpPr>
          <p:nvPr/>
        </p:nvSpPr>
        <p:spPr>
          <a:xfrm>
            <a:off x="5745119" y="3534236"/>
            <a:ext cx="128417" cy="206862"/>
          </a:xfrm>
          <a:custGeom>
            <a:avLst/>
            <a:gdLst/>
            <a:ahLst/>
            <a:cxnLst/>
            <a:rect l="l" t="t" r="r" b="b"/>
            <a:pathLst>
              <a:path w="160521" h="258577">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1" name="Google Shape;191;p1">
            <a:extLst>
              <a:ext uri="{FF2B5EF4-FFF2-40B4-BE49-F238E27FC236}">
                <a16:creationId xmlns:a16="http://schemas.microsoft.com/office/drawing/2014/main" id="{C43F064C-6B47-4FAA-87B7-7046A036EDF8}"/>
              </a:ext>
            </a:extLst>
          </p:cNvPr>
          <p:cNvSpPr>
            <a:spLocks noGrp="1"/>
          </p:cNvSpPr>
          <p:nvPr/>
        </p:nvSpPr>
        <p:spPr>
          <a:xfrm>
            <a:off x="5876335" y="3718377"/>
            <a:ext cx="49073" cy="87044"/>
          </a:xfrm>
          <a:custGeom>
            <a:avLst/>
            <a:gdLst/>
            <a:ahLst/>
            <a:cxnLst/>
            <a:rect l="l" t="t" r="r" b="b"/>
            <a:pathLst>
              <a:path w="61341" h="108805">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2" name="Google Shape;192;p1">
            <a:extLst>
              <a:ext uri="{FF2B5EF4-FFF2-40B4-BE49-F238E27FC236}">
                <a16:creationId xmlns:a16="http://schemas.microsoft.com/office/drawing/2014/main" id="{8CB32F50-CB67-4AD6-B104-0AE50342C941}"/>
              </a:ext>
            </a:extLst>
          </p:cNvPr>
          <p:cNvSpPr>
            <a:spLocks noGrp="1"/>
          </p:cNvSpPr>
          <p:nvPr/>
        </p:nvSpPr>
        <p:spPr>
          <a:xfrm>
            <a:off x="5738651" y="3693128"/>
            <a:ext cx="153237" cy="219092"/>
          </a:xfrm>
          <a:custGeom>
            <a:avLst/>
            <a:gdLst/>
            <a:ahLst/>
            <a:cxnLst/>
            <a:rect l="l" t="t" r="r" b="b"/>
            <a:pathLst>
              <a:path w="191546" h="273865">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3" name="Google Shape;193;p1">
            <a:extLst>
              <a:ext uri="{FF2B5EF4-FFF2-40B4-BE49-F238E27FC236}">
                <a16:creationId xmlns:a16="http://schemas.microsoft.com/office/drawing/2014/main" id="{4FF11EB5-3740-4362-8BD0-3CDD56C795B8}"/>
              </a:ext>
            </a:extLst>
          </p:cNvPr>
          <p:cNvSpPr>
            <a:spLocks noGrp="1"/>
          </p:cNvSpPr>
          <p:nvPr/>
        </p:nvSpPr>
        <p:spPr>
          <a:xfrm>
            <a:off x="5488500" y="3738243"/>
            <a:ext cx="294998" cy="212364"/>
          </a:xfrm>
          <a:custGeom>
            <a:avLst/>
            <a:gdLst/>
            <a:ahLst/>
            <a:cxnLst/>
            <a:rect l="l" t="t" r="r" b="b"/>
            <a:pathLst>
              <a:path w="368747" h="265455">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4" name="Google Shape;194;p1">
            <a:extLst>
              <a:ext uri="{FF2B5EF4-FFF2-40B4-BE49-F238E27FC236}">
                <a16:creationId xmlns:a16="http://schemas.microsoft.com/office/drawing/2014/main" id="{0890A65A-1DB9-4335-BE20-B9095DDA375C}"/>
              </a:ext>
            </a:extLst>
          </p:cNvPr>
          <p:cNvSpPr>
            <a:spLocks noGrp="1"/>
          </p:cNvSpPr>
          <p:nvPr/>
        </p:nvSpPr>
        <p:spPr>
          <a:xfrm>
            <a:off x="5707277" y="3725880"/>
            <a:ext cx="80628" cy="83804"/>
          </a:xfrm>
          <a:custGeom>
            <a:avLst/>
            <a:gdLst/>
            <a:ahLst/>
            <a:cxnLst/>
            <a:rect l="l" t="t" r="r" b="b"/>
            <a:pathLst>
              <a:path w="100785" h="104755">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5" name="Google Shape;195;p1">
            <a:extLst>
              <a:ext uri="{FF2B5EF4-FFF2-40B4-BE49-F238E27FC236}">
                <a16:creationId xmlns:a16="http://schemas.microsoft.com/office/drawing/2014/main" id="{EA38B013-E855-4B49-A9B1-C275A1D4F551}"/>
              </a:ext>
            </a:extLst>
          </p:cNvPr>
          <p:cNvSpPr>
            <a:spLocks noGrp="1"/>
          </p:cNvSpPr>
          <p:nvPr/>
        </p:nvSpPr>
        <p:spPr>
          <a:xfrm>
            <a:off x="5739709" y="3534193"/>
            <a:ext cx="160810" cy="262954"/>
          </a:xfrm>
          <a:custGeom>
            <a:avLst/>
            <a:gdLst/>
            <a:ahLst/>
            <a:cxnLst/>
            <a:rect l="l" t="t" r="r" b="b"/>
            <a:pathLst>
              <a:path w="201012" h="328692">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6" name="Google Shape;196;p1">
            <a:extLst>
              <a:ext uri="{FF2B5EF4-FFF2-40B4-BE49-F238E27FC236}">
                <a16:creationId xmlns:a16="http://schemas.microsoft.com/office/drawing/2014/main" id="{3932D951-1908-4BE0-A7E6-2CE2ECE0E6EA}"/>
              </a:ext>
            </a:extLst>
          </p:cNvPr>
          <p:cNvSpPr>
            <a:spLocks noGrp="1"/>
          </p:cNvSpPr>
          <p:nvPr/>
        </p:nvSpPr>
        <p:spPr>
          <a:xfrm>
            <a:off x="5122427" y="4118049"/>
            <a:ext cx="345795" cy="199644"/>
          </a:xfrm>
          <a:custGeom>
            <a:avLst/>
            <a:gdLst/>
            <a:ahLst/>
            <a:cxnLst/>
            <a:rect l="l" t="t" r="r" b="b"/>
            <a:pathLst>
              <a:path w="432244" h="249555">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7" name="Google Shape;197;p1">
            <a:extLst>
              <a:ext uri="{FF2B5EF4-FFF2-40B4-BE49-F238E27FC236}">
                <a16:creationId xmlns:a16="http://schemas.microsoft.com/office/drawing/2014/main" id="{8468AAEB-B0EA-4AD4-8A4E-4F07CDCF2EDE}"/>
              </a:ext>
            </a:extLst>
          </p:cNvPr>
          <p:cNvSpPr>
            <a:spLocks noGrp="1"/>
          </p:cNvSpPr>
          <p:nvPr/>
        </p:nvSpPr>
        <p:spPr>
          <a:xfrm>
            <a:off x="5205999" y="4192753"/>
            <a:ext cx="98301" cy="76095"/>
          </a:xfrm>
          <a:custGeom>
            <a:avLst/>
            <a:gdLst/>
            <a:ahLst/>
            <a:cxnLst/>
            <a:rect l="l" t="t" r="r" b="b"/>
            <a:pathLst>
              <a:path w="122876" h="95119">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8" name="Google Shape;198;p1">
            <a:extLst>
              <a:ext uri="{FF2B5EF4-FFF2-40B4-BE49-F238E27FC236}">
                <a16:creationId xmlns:a16="http://schemas.microsoft.com/office/drawing/2014/main" id="{2292A8B4-A957-4D9C-BB73-2D1B793FBC2B}"/>
              </a:ext>
            </a:extLst>
          </p:cNvPr>
          <p:cNvSpPr>
            <a:spLocks noGrp="1"/>
          </p:cNvSpPr>
          <p:nvPr/>
        </p:nvSpPr>
        <p:spPr>
          <a:xfrm>
            <a:off x="5206012" y="4217808"/>
            <a:ext cx="97794" cy="51001"/>
          </a:xfrm>
          <a:custGeom>
            <a:avLst/>
            <a:gdLst/>
            <a:ahLst/>
            <a:cxnLst/>
            <a:rect l="l" t="t" r="r" b="b"/>
            <a:pathLst>
              <a:path w="122242" h="63751">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199" name="Google Shape;199;p1">
            <a:extLst>
              <a:ext uri="{FF2B5EF4-FFF2-40B4-BE49-F238E27FC236}">
                <a16:creationId xmlns:a16="http://schemas.microsoft.com/office/drawing/2014/main" id="{7FE2F5DB-579B-40E8-BAEC-373E4888E501}"/>
              </a:ext>
            </a:extLst>
          </p:cNvPr>
          <p:cNvSpPr>
            <a:spLocks noGrp="1"/>
          </p:cNvSpPr>
          <p:nvPr/>
        </p:nvSpPr>
        <p:spPr>
          <a:xfrm>
            <a:off x="5306587" y="4154706"/>
            <a:ext cx="98217" cy="73323"/>
          </a:xfrm>
          <a:custGeom>
            <a:avLst/>
            <a:gdLst/>
            <a:ahLst/>
            <a:cxnLst/>
            <a:rect l="l" t="t" r="r" b="b"/>
            <a:pathLst>
              <a:path w="122771" h="91654">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0" name="Google Shape;200;p1">
            <a:extLst>
              <a:ext uri="{FF2B5EF4-FFF2-40B4-BE49-F238E27FC236}">
                <a16:creationId xmlns:a16="http://schemas.microsoft.com/office/drawing/2014/main" id="{B17BCA19-5C09-4BF4-81F2-68147362D624}"/>
              </a:ext>
            </a:extLst>
          </p:cNvPr>
          <p:cNvSpPr>
            <a:spLocks noGrp="1"/>
          </p:cNvSpPr>
          <p:nvPr/>
        </p:nvSpPr>
        <p:spPr>
          <a:xfrm>
            <a:off x="5306772" y="4178362"/>
            <a:ext cx="97784" cy="51040"/>
          </a:xfrm>
          <a:custGeom>
            <a:avLst/>
            <a:gdLst/>
            <a:ahLst/>
            <a:cxnLst/>
            <a:rect l="l" t="t" r="r" b="b"/>
            <a:pathLst>
              <a:path w="122230" h="6380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1" name="Google Shape;201;p1">
            <a:extLst>
              <a:ext uri="{FF2B5EF4-FFF2-40B4-BE49-F238E27FC236}">
                <a16:creationId xmlns:a16="http://schemas.microsoft.com/office/drawing/2014/main" id="{E80D3299-8BFB-4D07-85C5-181C1E58AE41}"/>
              </a:ext>
            </a:extLst>
          </p:cNvPr>
          <p:cNvSpPr>
            <a:spLocks noGrp="1"/>
          </p:cNvSpPr>
          <p:nvPr/>
        </p:nvSpPr>
        <p:spPr>
          <a:xfrm>
            <a:off x="5210788" y="3716116"/>
            <a:ext cx="169290" cy="484803"/>
          </a:xfrm>
          <a:custGeom>
            <a:avLst/>
            <a:gdLst/>
            <a:ahLst/>
            <a:cxnLst/>
            <a:rect l="l" t="t" r="r" b="b"/>
            <a:pathLst>
              <a:path w="211613" h="606004">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2" name="Google Shape;202;p1">
            <a:extLst>
              <a:ext uri="{FF2B5EF4-FFF2-40B4-BE49-F238E27FC236}">
                <a16:creationId xmlns:a16="http://schemas.microsoft.com/office/drawing/2014/main" id="{14C893C0-BAE3-4F3E-9BC4-B634682CC57E}"/>
              </a:ext>
            </a:extLst>
          </p:cNvPr>
          <p:cNvSpPr>
            <a:spLocks noGrp="1"/>
          </p:cNvSpPr>
          <p:nvPr/>
        </p:nvSpPr>
        <p:spPr>
          <a:xfrm>
            <a:off x="5233306" y="3413943"/>
            <a:ext cx="108255" cy="105706"/>
          </a:xfrm>
          <a:custGeom>
            <a:avLst/>
            <a:gdLst/>
            <a:ahLst/>
            <a:cxnLst/>
            <a:rect l="l" t="t" r="r" b="b"/>
            <a:pathLst>
              <a:path w="135319" h="132132">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3" name="Google Shape;203;p1">
            <a:extLst>
              <a:ext uri="{FF2B5EF4-FFF2-40B4-BE49-F238E27FC236}">
                <a16:creationId xmlns:a16="http://schemas.microsoft.com/office/drawing/2014/main" id="{BB4AD3C0-F12D-4839-9CA6-57FA7F39C661}"/>
              </a:ext>
            </a:extLst>
          </p:cNvPr>
          <p:cNvSpPr>
            <a:spLocks noGrp="1"/>
          </p:cNvSpPr>
          <p:nvPr/>
        </p:nvSpPr>
        <p:spPr>
          <a:xfrm>
            <a:off x="5358927" y="3438922"/>
            <a:ext cx="153814" cy="302133"/>
          </a:xfrm>
          <a:custGeom>
            <a:avLst/>
            <a:gdLst/>
            <a:ahLst/>
            <a:cxnLst/>
            <a:rect l="l" t="t" r="r" b="b"/>
            <a:pathLst>
              <a:path w="192267" h="377666">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4" name="Google Shape;204;p1">
            <a:extLst>
              <a:ext uri="{FF2B5EF4-FFF2-40B4-BE49-F238E27FC236}">
                <a16:creationId xmlns:a16="http://schemas.microsoft.com/office/drawing/2014/main" id="{7A0D2028-9E99-4331-AD94-29133F938FF4}"/>
              </a:ext>
            </a:extLst>
          </p:cNvPr>
          <p:cNvSpPr>
            <a:spLocks noGrp="1"/>
          </p:cNvSpPr>
          <p:nvPr/>
        </p:nvSpPr>
        <p:spPr>
          <a:xfrm>
            <a:off x="5204675" y="3428407"/>
            <a:ext cx="175494" cy="353954"/>
          </a:xfrm>
          <a:custGeom>
            <a:avLst/>
            <a:gdLst/>
            <a:ahLst/>
            <a:cxnLst/>
            <a:rect l="l" t="t" r="r" b="b"/>
            <a:pathLst>
              <a:path w="219367" h="442443">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5" name="Google Shape;205;p1">
            <a:extLst>
              <a:ext uri="{FF2B5EF4-FFF2-40B4-BE49-F238E27FC236}">
                <a16:creationId xmlns:a16="http://schemas.microsoft.com/office/drawing/2014/main" id="{A3939412-71F4-4F3E-AA38-FBB7D44CBCE0}"/>
              </a:ext>
            </a:extLst>
          </p:cNvPr>
          <p:cNvSpPr>
            <a:spLocks noGrp="1"/>
          </p:cNvSpPr>
          <p:nvPr/>
        </p:nvSpPr>
        <p:spPr>
          <a:xfrm>
            <a:off x="5229150" y="3304689"/>
            <a:ext cx="116875" cy="142090"/>
          </a:xfrm>
          <a:custGeom>
            <a:avLst/>
            <a:gdLst/>
            <a:ahLst/>
            <a:cxnLst/>
            <a:rect l="l" t="t" r="r" b="b"/>
            <a:pathLst>
              <a:path w="146094" h="177613">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6" name="Google Shape;206;p1">
            <a:extLst>
              <a:ext uri="{FF2B5EF4-FFF2-40B4-BE49-F238E27FC236}">
                <a16:creationId xmlns:a16="http://schemas.microsoft.com/office/drawing/2014/main" id="{67DEA27E-4C11-4BAB-ADC9-B4C2681BF929}"/>
              </a:ext>
            </a:extLst>
          </p:cNvPr>
          <p:cNvSpPr>
            <a:spLocks noGrp="1"/>
          </p:cNvSpPr>
          <p:nvPr/>
        </p:nvSpPr>
        <p:spPr>
          <a:xfrm>
            <a:off x="5218367" y="3292365"/>
            <a:ext cx="123225" cy="121654"/>
          </a:xfrm>
          <a:custGeom>
            <a:avLst/>
            <a:gdLst/>
            <a:ahLst/>
            <a:cxnLst/>
            <a:rect l="l" t="t" r="r" b="b"/>
            <a:pathLst>
              <a:path w="154031" h="152067">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7" name="Google Shape;207;p1">
            <a:extLst>
              <a:ext uri="{FF2B5EF4-FFF2-40B4-BE49-F238E27FC236}">
                <a16:creationId xmlns:a16="http://schemas.microsoft.com/office/drawing/2014/main" id="{9C3FB83F-1B33-43E2-AF61-664C04C90C72}"/>
              </a:ext>
            </a:extLst>
          </p:cNvPr>
          <p:cNvSpPr>
            <a:spLocks noGrp="1"/>
          </p:cNvSpPr>
          <p:nvPr/>
        </p:nvSpPr>
        <p:spPr>
          <a:xfrm>
            <a:off x="5195443" y="3498473"/>
            <a:ext cx="157578" cy="270890"/>
          </a:xfrm>
          <a:custGeom>
            <a:avLst/>
            <a:gdLst/>
            <a:ahLst/>
            <a:cxnLst/>
            <a:rect l="l" t="t" r="r" b="b"/>
            <a:pathLst>
              <a:path w="196972" h="338613">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8" name="Google Shape;208;p1">
            <a:extLst>
              <a:ext uri="{FF2B5EF4-FFF2-40B4-BE49-F238E27FC236}">
                <a16:creationId xmlns:a16="http://schemas.microsoft.com/office/drawing/2014/main" id="{6EA00722-6A53-4842-AD6C-A7D96BBCFFD1}"/>
              </a:ext>
            </a:extLst>
          </p:cNvPr>
          <p:cNvSpPr>
            <a:spLocks noGrp="1"/>
          </p:cNvSpPr>
          <p:nvPr/>
        </p:nvSpPr>
        <p:spPr>
          <a:xfrm>
            <a:off x="5363144" y="3581174"/>
            <a:ext cx="182422" cy="245287"/>
          </a:xfrm>
          <a:custGeom>
            <a:avLst/>
            <a:gdLst/>
            <a:ahLst/>
            <a:cxnLst/>
            <a:rect l="l" t="t" r="r" b="b"/>
            <a:pathLst>
              <a:path w="228028" h="306609">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09" name="Google Shape;209;p1">
            <a:extLst>
              <a:ext uri="{FF2B5EF4-FFF2-40B4-BE49-F238E27FC236}">
                <a16:creationId xmlns:a16="http://schemas.microsoft.com/office/drawing/2014/main" id="{02916308-597D-4052-85C2-3321BF050CF1}"/>
              </a:ext>
            </a:extLst>
          </p:cNvPr>
          <p:cNvSpPr>
            <a:spLocks noGrp="1"/>
          </p:cNvSpPr>
          <p:nvPr/>
        </p:nvSpPr>
        <p:spPr>
          <a:xfrm>
            <a:off x="5331705" y="3734850"/>
            <a:ext cx="92794" cy="45581"/>
          </a:xfrm>
          <a:custGeom>
            <a:avLst/>
            <a:gdLst/>
            <a:ahLst/>
            <a:cxnLst/>
            <a:rect l="l" t="t" r="r" b="b"/>
            <a:pathLst>
              <a:path w="115992" h="56976">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0" name="Google Shape;210;p1">
            <a:extLst>
              <a:ext uri="{FF2B5EF4-FFF2-40B4-BE49-F238E27FC236}">
                <a16:creationId xmlns:a16="http://schemas.microsoft.com/office/drawing/2014/main" id="{F1AB05DA-0FA6-4410-97BA-63F669C0E5D5}"/>
              </a:ext>
            </a:extLst>
          </p:cNvPr>
          <p:cNvSpPr>
            <a:spLocks noGrp="1"/>
          </p:cNvSpPr>
          <p:nvPr/>
        </p:nvSpPr>
        <p:spPr>
          <a:xfrm>
            <a:off x="5465404" y="3706038"/>
            <a:ext cx="57182" cy="47279"/>
          </a:xfrm>
          <a:custGeom>
            <a:avLst/>
            <a:gdLst/>
            <a:ahLst/>
            <a:cxnLst/>
            <a:rect l="l" t="t" r="r" b="b"/>
            <a:pathLst>
              <a:path w="71478" h="59099">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1" name="Google Shape;211;p1">
            <a:extLst>
              <a:ext uri="{FF2B5EF4-FFF2-40B4-BE49-F238E27FC236}">
                <a16:creationId xmlns:a16="http://schemas.microsoft.com/office/drawing/2014/main" id="{B717EAC1-5CB1-497F-8ED7-715015C9A105}"/>
              </a:ext>
            </a:extLst>
          </p:cNvPr>
          <p:cNvSpPr>
            <a:spLocks noGrp="1"/>
          </p:cNvSpPr>
          <p:nvPr/>
        </p:nvSpPr>
        <p:spPr>
          <a:xfrm>
            <a:off x="5341593" y="3428946"/>
            <a:ext cx="56693" cy="82524"/>
          </a:xfrm>
          <a:custGeom>
            <a:avLst/>
            <a:gdLst/>
            <a:ahLst/>
            <a:cxnLst/>
            <a:rect l="l" t="t" r="r" b="b"/>
            <a:pathLst>
              <a:path w="70866" h="103155">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2" name="Google Shape;212;p1">
            <a:extLst>
              <a:ext uri="{FF2B5EF4-FFF2-40B4-BE49-F238E27FC236}">
                <a16:creationId xmlns:a16="http://schemas.microsoft.com/office/drawing/2014/main" id="{818A0C6C-C812-489E-9E97-FCC57076AB37}"/>
              </a:ext>
            </a:extLst>
          </p:cNvPr>
          <p:cNvSpPr>
            <a:spLocks noGrp="1"/>
          </p:cNvSpPr>
          <p:nvPr/>
        </p:nvSpPr>
        <p:spPr>
          <a:xfrm>
            <a:off x="5183918" y="3484954"/>
            <a:ext cx="68780" cy="102654"/>
          </a:xfrm>
          <a:custGeom>
            <a:avLst/>
            <a:gdLst/>
            <a:ahLst/>
            <a:cxnLst/>
            <a:rect l="l" t="t" r="r" b="b"/>
            <a:pathLst>
              <a:path w="85975" h="128318">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3" name="Google Shape;213;p1">
            <a:extLst>
              <a:ext uri="{FF2B5EF4-FFF2-40B4-BE49-F238E27FC236}">
                <a16:creationId xmlns:a16="http://schemas.microsoft.com/office/drawing/2014/main" id="{80D1DE70-76E1-4D7A-B3A1-5893012BF262}"/>
              </a:ext>
            </a:extLst>
          </p:cNvPr>
          <p:cNvSpPr>
            <a:spLocks noGrp="1"/>
          </p:cNvSpPr>
          <p:nvPr/>
        </p:nvSpPr>
        <p:spPr>
          <a:xfrm>
            <a:off x="7297552" y="1119942"/>
            <a:ext cx="135609" cy="266405"/>
          </a:xfrm>
          <a:custGeom>
            <a:avLst/>
            <a:gdLst/>
            <a:ahLst/>
            <a:cxnLst/>
            <a:rect l="l" t="t" r="r" b="b"/>
            <a:pathLst>
              <a:path w="169617" h="333215">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4" name="Google Shape;214;p1">
            <a:extLst>
              <a:ext uri="{FF2B5EF4-FFF2-40B4-BE49-F238E27FC236}">
                <a16:creationId xmlns:a16="http://schemas.microsoft.com/office/drawing/2014/main" id="{81FB7FF5-31D5-4B5F-A9CD-B5034638CDE6}"/>
              </a:ext>
            </a:extLst>
          </p:cNvPr>
          <p:cNvSpPr>
            <a:spLocks noGrp="1"/>
          </p:cNvSpPr>
          <p:nvPr/>
        </p:nvSpPr>
        <p:spPr>
          <a:xfrm>
            <a:off x="7309787" y="1745656"/>
            <a:ext cx="93295" cy="72283"/>
          </a:xfrm>
          <a:custGeom>
            <a:avLst/>
            <a:gdLst/>
            <a:ahLst/>
            <a:cxnLst/>
            <a:rect l="l" t="t" r="r" b="b"/>
            <a:pathLst>
              <a:path w="116692" h="9041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5" name="Google Shape;215;p1">
            <a:extLst>
              <a:ext uri="{FF2B5EF4-FFF2-40B4-BE49-F238E27FC236}">
                <a16:creationId xmlns:a16="http://schemas.microsoft.com/office/drawing/2014/main" id="{539849D0-1894-420C-8637-3475B690EB7F}"/>
              </a:ext>
            </a:extLst>
          </p:cNvPr>
          <p:cNvSpPr>
            <a:spLocks noGrp="1"/>
          </p:cNvSpPr>
          <p:nvPr/>
        </p:nvSpPr>
        <p:spPr>
          <a:xfrm>
            <a:off x="7310617" y="1769417"/>
            <a:ext cx="92899" cy="48456"/>
          </a:xfrm>
          <a:custGeom>
            <a:avLst/>
            <a:gdLst/>
            <a:ahLst/>
            <a:cxnLst/>
            <a:rect l="l" t="t" r="r" b="b"/>
            <a:pathLst>
              <a:path w="116196" h="60608">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6" name="Google Shape;216;p1">
            <a:extLst>
              <a:ext uri="{FF2B5EF4-FFF2-40B4-BE49-F238E27FC236}">
                <a16:creationId xmlns:a16="http://schemas.microsoft.com/office/drawing/2014/main" id="{35600A64-BE70-458E-956F-6E0F03CDF746}"/>
              </a:ext>
            </a:extLst>
          </p:cNvPr>
          <p:cNvSpPr>
            <a:spLocks noGrp="1"/>
          </p:cNvSpPr>
          <p:nvPr/>
        </p:nvSpPr>
        <p:spPr>
          <a:xfrm>
            <a:off x="7197828" y="1680648"/>
            <a:ext cx="93274" cy="69610"/>
          </a:xfrm>
          <a:custGeom>
            <a:avLst/>
            <a:gdLst/>
            <a:ahLst/>
            <a:cxnLst/>
            <a:rect l="l" t="t" r="r" b="b"/>
            <a:pathLst>
              <a:path w="116665" h="87067">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7" name="Google Shape;217;p1">
            <a:extLst>
              <a:ext uri="{FF2B5EF4-FFF2-40B4-BE49-F238E27FC236}">
                <a16:creationId xmlns:a16="http://schemas.microsoft.com/office/drawing/2014/main" id="{395CD07E-20A0-4971-88AC-0CBFF2FABD3C}"/>
              </a:ext>
            </a:extLst>
          </p:cNvPr>
          <p:cNvSpPr>
            <a:spLocks noGrp="1"/>
          </p:cNvSpPr>
          <p:nvPr/>
        </p:nvSpPr>
        <p:spPr>
          <a:xfrm>
            <a:off x="7198064" y="1702707"/>
            <a:ext cx="92850" cy="48456"/>
          </a:xfrm>
          <a:custGeom>
            <a:avLst/>
            <a:gdLst/>
            <a:ahLst/>
            <a:cxnLst/>
            <a:rect l="l" t="t" r="r" b="b"/>
            <a:pathLst>
              <a:path w="116135" h="60608">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8" name="Google Shape;218;p1">
            <a:extLst>
              <a:ext uri="{FF2B5EF4-FFF2-40B4-BE49-F238E27FC236}">
                <a16:creationId xmlns:a16="http://schemas.microsoft.com/office/drawing/2014/main" id="{A56A2ECE-4066-4F54-BD1A-A89DC622D9B1}"/>
              </a:ext>
            </a:extLst>
          </p:cNvPr>
          <p:cNvSpPr>
            <a:spLocks noGrp="1"/>
          </p:cNvSpPr>
          <p:nvPr/>
        </p:nvSpPr>
        <p:spPr>
          <a:xfrm>
            <a:off x="7221254" y="1360384"/>
            <a:ext cx="326700" cy="394943"/>
          </a:xfrm>
          <a:custGeom>
            <a:avLst/>
            <a:gdLst/>
            <a:ahLst/>
            <a:cxnLst/>
            <a:rect l="l" t="t" r="r" b="b"/>
            <a:pathLst>
              <a:path w="408631" h="493987">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19" name="Google Shape;219;p1">
            <a:extLst>
              <a:ext uri="{FF2B5EF4-FFF2-40B4-BE49-F238E27FC236}">
                <a16:creationId xmlns:a16="http://schemas.microsoft.com/office/drawing/2014/main" id="{837C8F1E-0551-407E-A480-EDB3B512A12F}"/>
              </a:ext>
            </a:extLst>
          </p:cNvPr>
          <p:cNvSpPr>
            <a:spLocks noGrp="1"/>
          </p:cNvSpPr>
          <p:nvPr/>
        </p:nvSpPr>
        <p:spPr>
          <a:xfrm>
            <a:off x="7417903" y="1095544"/>
            <a:ext cx="102781" cy="99997"/>
          </a:xfrm>
          <a:custGeom>
            <a:avLst/>
            <a:gdLst/>
            <a:ahLst/>
            <a:cxnLst/>
            <a:rect l="l" t="t" r="r" b="b"/>
            <a:pathLst>
              <a:path w="128556" h="125075">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0" name="Google Shape;220;p1">
            <a:extLst>
              <a:ext uri="{FF2B5EF4-FFF2-40B4-BE49-F238E27FC236}">
                <a16:creationId xmlns:a16="http://schemas.microsoft.com/office/drawing/2014/main" id="{258ED2E4-52D8-4425-9264-03DC09B3353D}"/>
              </a:ext>
            </a:extLst>
          </p:cNvPr>
          <p:cNvSpPr>
            <a:spLocks noGrp="1"/>
          </p:cNvSpPr>
          <p:nvPr/>
        </p:nvSpPr>
        <p:spPr>
          <a:xfrm>
            <a:off x="7381720" y="1109556"/>
            <a:ext cx="166775" cy="325513"/>
          </a:xfrm>
          <a:custGeom>
            <a:avLst/>
            <a:gdLst/>
            <a:ahLst/>
            <a:cxnLst/>
            <a:rect l="l" t="t" r="r" b="b"/>
            <a:pathLst>
              <a:path w="208599" h="407146">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1" name="Google Shape;221;p1">
            <a:extLst>
              <a:ext uri="{FF2B5EF4-FFF2-40B4-BE49-F238E27FC236}">
                <a16:creationId xmlns:a16="http://schemas.microsoft.com/office/drawing/2014/main" id="{41C1AD3B-E8D0-4BD0-849B-EA52177970B7}"/>
              </a:ext>
            </a:extLst>
          </p:cNvPr>
          <p:cNvSpPr>
            <a:spLocks noGrp="1"/>
          </p:cNvSpPr>
          <p:nvPr/>
        </p:nvSpPr>
        <p:spPr>
          <a:xfrm>
            <a:off x="7413797" y="991818"/>
            <a:ext cx="110760" cy="134864"/>
          </a:xfrm>
          <a:custGeom>
            <a:avLst/>
            <a:gdLst/>
            <a:ahLst/>
            <a:cxnLst/>
            <a:rect l="l" t="t" r="r" b="b"/>
            <a:pathLst>
              <a:path w="138537" h="168686">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2" name="Google Shape;222;p1">
            <a:extLst>
              <a:ext uri="{FF2B5EF4-FFF2-40B4-BE49-F238E27FC236}">
                <a16:creationId xmlns:a16="http://schemas.microsoft.com/office/drawing/2014/main" id="{6EBCC08A-9772-4B8C-BFFD-DDE61944882B}"/>
              </a:ext>
            </a:extLst>
          </p:cNvPr>
          <p:cNvSpPr>
            <a:spLocks noGrp="1"/>
          </p:cNvSpPr>
          <p:nvPr/>
        </p:nvSpPr>
        <p:spPr>
          <a:xfrm>
            <a:off x="7417935" y="980032"/>
            <a:ext cx="116886" cy="115512"/>
          </a:xfrm>
          <a:custGeom>
            <a:avLst/>
            <a:gdLst/>
            <a:ahLst/>
            <a:cxnLst/>
            <a:rect l="l" t="t" r="r" b="b"/>
            <a:pathLst>
              <a:path w="146199" h="14448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3" name="Google Shape;223;p1">
            <a:extLst>
              <a:ext uri="{FF2B5EF4-FFF2-40B4-BE49-F238E27FC236}">
                <a16:creationId xmlns:a16="http://schemas.microsoft.com/office/drawing/2014/main" id="{87D39F98-0858-4ED6-A412-D4F72148D1D8}"/>
              </a:ext>
            </a:extLst>
          </p:cNvPr>
          <p:cNvSpPr>
            <a:spLocks noGrp="1"/>
          </p:cNvSpPr>
          <p:nvPr/>
        </p:nvSpPr>
        <p:spPr>
          <a:xfrm>
            <a:off x="7364000" y="1109861"/>
            <a:ext cx="53839" cy="78361"/>
          </a:xfrm>
          <a:custGeom>
            <a:avLst/>
            <a:gdLst/>
            <a:ahLst/>
            <a:cxnLst/>
            <a:rect l="l" t="t" r="r" b="b"/>
            <a:pathLst>
              <a:path w="67341" h="98012">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4" name="Google Shape;224;p1">
            <a:extLst>
              <a:ext uri="{FF2B5EF4-FFF2-40B4-BE49-F238E27FC236}">
                <a16:creationId xmlns:a16="http://schemas.microsoft.com/office/drawing/2014/main" id="{036B7ECD-FFBE-4FB0-8869-AFB546E89D1D}"/>
              </a:ext>
            </a:extLst>
          </p:cNvPr>
          <p:cNvSpPr>
            <a:spLocks noGrp="1"/>
          </p:cNvSpPr>
          <p:nvPr/>
        </p:nvSpPr>
        <p:spPr>
          <a:xfrm>
            <a:off x="7794459" y="3551002"/>
            <a:ext cx="540508" cy="312148"/>
          </a:xfrm>
          <a:custGeom>
            <a:avLst/>
            <a:gdLst/>
            <a:ahLst/>
            <a:cxnLst/>
            <a:rect l="l" t="t" r="r" b="b"/>
            <a:pathLst>
              <a:path w="676058" h="390429">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5" name="Google Shape;225;p1">
            <a:extLst>
              <a:ext uri="{FF2B5EF4-FFF2-40B4-BE49-F238E27FC236}">
                <a16:creationId xmlns:a16="http://schemas.microsoft.com/office/drawing/2014/main" id="{F978DCD2-AB76-4996-94F8-6A59243AAF26}"/>
              </a:ext>
            </a:extLst>
          </p:cNvPr>
          <p:cNvSpPr>
            <a:spLocks noGrp="1"/>
          </p:cNvSpPr>
          <p:nvPr/>
        </p:nvSpPr>
        <p:spPr>
          <a:xfrm>
            <a:off x="7824798" y="3491907"/>
            <a:ext cx="469764" cy="181297"/>
          </a:xfrm>
          <a:custGeom>
            <a:avLst/>
            <a:gdLst/>
            <a:ahLst/>
            <a:cxnLst/>
            <a:rect l="l" t="t" r="r" b="b"/>
            <a:pathLst>
              <a:path w="587572" h="226763">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6" name="Google Shape;226;p1">
            <a:extLst>
              <a:ext uri="{FF2B5EF4-FFF2-40B4-BE49-F238E27FC236}">
                <a16:creationId xmlns:a16="http://schemas.microsoft.com/office/drawing/2014/main" id="{415817E9-0B14-4D7E-BDC4-F98E47446D6E}"/>
              </a:ext>
            </a:extLst>
          </p:cNvPr>
          <p:cNvSpPr>
            <a:spLocks noGrp="1"/>
          </p:cNvSpPr>
          <p:nvPr/>
        </p:nvSpPr>
        <p:spPr>
          <a:xfrm>
            <a:off x="7794490" y="3623727"/>
            <a:ext cx="41046" cy="82625"/>
          </a:xfrm>
          <a:custGeom>
            <a:avLst/>
            <a:gdLst/>
            <a:ahLst/>
            <a:cxnLst/>
            <a:rect l="l" t="t" r="r" b="b"/>
            <a:pathLst>
              <a:path w="51339" h="103346">
                <a:moveTo>
                  <a:pt x="0" y="103346"/>
                </a:moveTo>
                <a:lnTo>
                  <a:pt x="95" y="0"/>
                </a:lnTo>
                <a:lnTo>
                  <a:pt x="51340" y="86773"/>
                </a:lnTo>
                <a:lnTo>
                  <a:pt x="0" y="103346"/>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7" name="Google Shape;227;p1">
            <a:extLst>
              <a:ext uri="{FF2B5EF4-FFF2-40B4-BE49-F238E27FC236}">
                <a16:creationId xmlns:a16="http://schemas.microsoft.com/office/drawing/2014/main" id="{F641727E-6D0C-43FA-99B1-5C842CA93663}"/>
              </a:ext>
            </a:extLst>
          </p:cNvPr>
          <p:cNvSpPr>
            <a:spLocks noGrp="1"/>
          </p:cNvSpPr>
          <p:nvPr/>
        </p:nvSpPr>
        <p:spPr>
          <a:xfrm>
            <a:off x="8298847" y="3624184"/>
            <a:ext cx="36096" cy="82168"/>
          </a:xfrm>
          <a:custGeom>
            <a:avLst/>
            <a:gdLst/>
            <a:ahLst/>
            <a:cxnLst/>
            <a:rect l="l" t="t" r="r" b="b"/>
            <a:pathLst>
              <a:path w="45148" h="102774">
                <a:moveTo>
                  <a:pt x="45148" y="102775"/>
                </a:moveTo>
                <a:lnTo>
                  <a:pt x="45148" y="0"/>
                </a:lnTo>
                <a:lnTo>
                  <a:pt x="0" y="51149"/>
                </a:lnTo>
                <a:lnTo>
                  <a:pt x="45148" y="102775"/>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8" name="Google Shape;228;p1">
            <a:extLst>
              <a:ext uri="{FF2B5EF4-FFF2-40B4-BE49-F238E27FC236}">
                <a16:creationId xmlns:a16="http://schemas.microsoft.com/office/drawing/2014/main" id="{9CD9193A-B203-42C7-98F6-EADFA30744A3}"/>
              </a:ext>
            </a:extLst>
          </p:cNvPr>
          <p:cNvSpPr>
            <a:spLocks noGrp="1"/>
          </p:cNvSpPr>
          <p:nvPr/>
        </p:nvSpPr>
        <p:spPr>
          <a:xfrm>
            <a:off x="7842237" y="3535238"/>
            <a:ext cx="449908" cy="259679"/>
          </a:xfrm>
          <a:custGeom>
            <a:avLst/>
            <a:gdLst/>
            <a:ahLst/>
            <a:cxnLst/>
            <a:rect l="l" t="t" r="r" b="b"/>
            <a:pathLst>
              <a:path w="562737" h="324802">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29" name="Google Shape;229;p1">
            <a:extLst>
              <a:ext uri="{FF2B5EF4-FFF2-40B4-BE49-F238E27FC236}">
                <a16:creationId xmlns:a16="http://schemas.microsoft.com/office/drawing/2014/main" id="{792A8AFE-FC5F-445D-9C80-218E937981B5}"/>
              </a:ext>
            </a:extLst>
          </p:cNvPr>
          <p:cNvSpPr>
            <a:spLocks noGrp="1"/>
          </p:cNvSpPr>
          <p:nvPr/>
        </p:nvSpPr>
        <p:spPr>
          <a:xfrm>
            <a:off x="7815050" y="3673683"/>
            <a:ext cx="491482" cy="176325"/>
          </a:xfrm>
          <a:custGeom>
            <a:avLst/>
            <a:gdLst/>
            <a:ahLst/>
            <a:cxnLst/>
            <a:rect l="l" t="t" r="r" b="b"/>
            <a:pathLst>
              <a:path w="614737" h="220544">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0" name="Google Shape;230;p1">
            <a:extLst>
              <a:ext uri="{FF2B5EF4-FFF2-40B4-BE49-F238E27FC236}">
                <a16:creationId xmlns:a16="http://schemas.microsoft.com/office/drawing/2014/main" id="{1BAB6250-9660-4CBF-844D-E581A59792AF}"/>
              </a:ext>
            </a:extLst>
          </p:cNvPr>
          <p:cNvSpPr>
            <a:spLocks noGrp="1"/>
          </p:cNvSpPr>
          <p:nvPr/>
        </p:nvSpPr>
        <p:spPr>
          <a:xfrm>
            <a:off x="7794490" y="3472184"/>
            <a:ext cx="540453" cy="312196"/>
          </a:xfrm>
          <a:custGeom>
            <a:avLst/>
            <a:gdLst/>
            <a:ahLst/>
            <a:cxnLst/>
            <a:rect l="l" t="t" r="r" b="b"/>
            <a:pathLst>
              <a:path w="675989" h="390489">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1" name="Google Shape;231;p1">
            <a:extLst>
              <a:ext uri="{FF2B5EF4-FFF2-40B4-BE49-F238E27FC236}">
                <a16:creationId xmlns:a16="http://schemas.microsoft.com/office/drawing/2014/main" id="{E598EDC5-18AB-4F90-BA54-D715AB401C26}"/>
              </a:ext>
            </a:extLst>
          </p:cNvPr>
          <p:cNvSpPr>
            <a:spLocks noGrp="1"/>
          </p:cNvSpPr>
          <p:nvPr/>
        </p:nvSpPr>
        <p:spPr>
          <a:xfrm rot="-1801764">
            <a:off x="7461665" y="3958761"/>
            <a:ext cx="59345" cy="102714"/>
          </a:xfrm>
          <a:custGeom>
            <a:avLst/>
            <a:gdLst/>
            <a:ahLst/>
            <a:cxnLst/>
            <a:rect l="l" t="t" r="r" b="b"/>
            <a:pathLst>
              <a:path w="74294" h="128587">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2" name="Google Shape;232;p1">
            <a:extLst>
              <a:ext uri="{FF2B5EF4-FFF2-40B4-BE49-F238E27FC236}">
                <a16:creationId xmlns:a16="http://schemas.microsoft.com/office/drawing/2014/main" id="{1A1988AF-F8E7-4F33-816A-5E2330CDAE54}"/>
              </a:ext>
            </a:extLst>
          </p:cNvPr>
          <p:cNvSpPr>
            <a:spLocks noGrp="1"/>
          </p:cNvSpPr>
          <p:nvPr/>
        </p:nvSpPr>
        <p:spPr>
          <a:xfrm>
            <a:off x="7752377" y="3752957"/>
            <a:ext cx="148877" cy="85976"/>
          </a:xfrm>
          <a:custGeom>
            <a:avLst/>
            <a:gdLst/>
            <a:ahLst/>
            <a:cxnLst/>
            <a:rect l="l" t="t" r="r" b="b"/>
            <a:pathLst>
              <a:path w="186213" h="107537">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3" name="Google Shape;233;p1">
            <a:extLst>
              <a:ext uri="{FF2B5EF4-FFF2-40B4-BE49-F238E27FC236}">
                <a16:creationId xmlns:a16="http://schemas.microsoft.com/office/drawing/2014/main" id="{2D2BF909-A0F0-40D6-A18C-33B5D4C66FD1}"/>
              </a:ext>
            </a:extLst>
          </p:cNvPr>
          <p:cNvSpPr>
            <a:spLocks noGrp="1"/>
          </p:cNvSpPr>
          <p:nvPr/>
        </p:nvSpPr>
        <p:spPr>
          <a:xfrm>
            <a:off x="7787483" y="3773138"/>
            <a:ext cx="113771" cy="106232"/>
          </a:xfrm>
          <a:custGeom>
            <a:avLst/>
            <a:gdLst/>
            <a:ahLst/>
            <a:cxnLst/>
            <a:rect l="l" t="t" r="r" b="b"/>
            <a:pathLst>
              <a:path w="142303" h="132873">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4" name="Google Shape;234;p1">
            <a:extLst>
              <a:ext uri="{FF2B5EF4-FFF2-40B4-BE49-F238E27FC236}">
                <a16:creationId xmlns:a16="http://schemas.microsoft.com/office/drawing/2014/main" id="{BFEF5803-51F1-43FD-9370-5E00C85664C0}"/>
              </a:ext>
            </a:extLst>
          </p:cNvPr>
          <p:cNvSpPr>
            <a:spLocks noGrp="1"/>
          </p:cNvSpPr>
          <p:nvPr/>
        </p:nvSpPr>
        <p:spPr>
          <a:xfrm>
            <a:off x="7465892" y="3799784"/>
            <a:ext cx="344817" cy="254127"/>
          </a:xfrm>
          <a:custGeom>
            <a:avLst/>
            <a:gdLst/>
            <a:ahLst/>
            <a:cxnLst/>
            <a:rect l="l" t="t" r="r" b="b"/>
            <a:pathLst>
              <a:path w="431291" h="317858">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5" name="Google Shape;235;p1">
            <a:extLst>
              <a:ext uri="{FF2B5EF4-FFF2-40B4-BE49-F238E27FC236}">
                <a16:creationId xmlns:a16="http://schemas.microsoft.com/office/drawing/2014/main" id="{A7EFADE5-3A05-4306-88BB-90C8ACC0BF5B}"/>
              </a:ext>
            </a:extLst>
          </p:cNvPr>
          <p:cNvSpPr>
            <a:spLocks noGrp="1"/>
          </p:cNvSpPr>
          <p:nvPr/>
        </p:nvSpPr>
        <p:spPr>
          <a:xfrm rot="-1801764">
            <a:off x="7461665" y="3958761"/>
            <a:ext cx="59345" cy="102714"/>
          </a:xfrm>
          <a:custGeom>
            <a:avLst/>
            <a:gdLst/>
            <a:ahLst/>
            <a:cxnLst/>
            <a:rect l="l" t="t" r="r" b="b"/>
            <a:pathLst>
              <a:path w="74294" h="128587">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6" name="Google Shape;236;p1">
            <a:extLst>
              <a:ext uri="{FF2B5EF4-FFF2-40B4-BE49-F238E27FC236}">
                <a16:creationId xmlns:a16="http://schemas.microsoft.com/office/drawing/2014/main" id="{D2BFDAEC-8CF5-4E6A-BD3A-7207E3F07EDC}"/>
              </a:ext>
            </a:extLst>
          </p:cNvPr>
          <p:cNvSpPr>
            <a:spLocks noGrp="1"/>
          </p:cNvSpPr>
          <p:nvPr/>
        </p:nvSpPr>
        <p:spPr>
          <a:xfrm>
            <a:off x="8113340" y="4275363"/>
            <a:ext cx="345579" cy="199519"/>
          </a:xfrm>
          <a:custGeom>
            <a:avLst/>
            <a:gdLst/>
            <a:ahLst/>
            <a:cxnLst/>
            <a:rect l="l" t="t" r="r" b="b"/>
            <a:pathLst>
              <a:path w="432244" h="249555">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7" name="Google Shape;237;p1">
            <a:extLst>
              <a:ext uri="{FF2B5EF4-FFF2-40B4-BE49-F238E27FC236}">
                <a16:creationId xmlns:a16="http://schemas.microsoft.com/office/drawing/2014/main" id="{92F8B7FE-5349-42E1-B252-1B3BFDF635EC}"/>
              </a:ext>
            </a:extLst>
          </p:cNvPr>
          <p:cNvSpPr>
            <a:spLocks noGrp="1"/>
          </p:cNvSpPr>
          <p:nvPr/>
        </p:nvSpPr>
        <p:spPr>
          <a:xfrm>
            <a:off x="8345604" y="3658605"/>
            <a:ext cx="79241" cy="172485"/>
          </a:xfrm>
          <a:custGeom>
            <a:avLst/>
            <a:gdLst/>
            <a:ahLst/>
            <a:cxnLst/>
            <a:rect l="l" t="t" r="r" b="b"/>
            <a:pathLst>
              <a:path w="99113" h="215741">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8" name="Google Shape;238;p1">
            <a:extLst>
              <a:ext uri="{FF2B5EF4-FFF2-40B4-BE49-F238E27FC236}">
                <a16:creationId xmlns:a16="http://schemas.microsoft.com/office/drawing/2014/main" id="{A75676B5-0ADF-4221-B4B2-186D7AB39920}"/>
              </a:ext>
            </a:extLst>
          </p:cNvPr>
          <p:cNvSpPr>
            <a:spLocks noGrp="1"/>
          </p:cNvSpPr>
          <p:nvPr/>
        </p:nvSpPr>
        <p:spPr>
          <a:xfrm>
            <a:off x="8356722" y="3587657"/>
            <a:ext cx="56961" cy="109603"/>
          </a:xfrm>
          <a:custGeom>
            <a:avLst/>
            <a:gdLst/>
            <a:ahLst/>
            <a:cxnLst/>
            <a:rect l="l" t="t" r="r" b="b"/>
            <a:pathLst>
              <a:path w="71246" h="13709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39" name="Google Shape;239;p1">
            <a:extLst>
              <a:ext uri="{FF2B5EF4-FFF2-40B4-BE49-F238E27FC236}">
                <a16:creationId xmlns:a16="http://schemas.microsoft.com/office/drawing/2014/main" id="{D71E5869-64ED-474B-91A1-03A7923ED914}"/>
              </a:ext>
            </a:extLst>
          </p:cNvPr>
          <p:cNvSpPr>
            <a:spLocks noGrp="1"/>
          </p:cNvSpPr>
          <p:nvPr/>
        </p:nvSpPr>
        <p:spPr>
          <a:xfrm>
            <a:off x="8165307" y="4346248"/>
            <a:ext cx="122882" cy="68919"/>
          </a:xfrm>
          <a:custGeom>
            <a:avLst/>
            <a:gdLst/>
            <a:ahLst/>
            <a:cxnLst/>
            <a:rect l="l" t="t" r="r" b="b"/>
            <a:pathLst>
              <a:path w="153698" h="86203">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0" name="Google Shape;240;p1">
            <a:extLst>
              <a:ext uri="{FF2B5EF4-FFF2-40B4-BE49-F238E27FC236}">
                <a16:creationId xmlns:a16="http://schemas.microsoft.com/office/drawing/2014/main" id="{98A205D6-F5F3-4D3D-AD63-C633BB2581A3}"/>
              </a:ext>
            </a:extLst>
          </p:cNvPr>
          <p:cNvSpPr>
            <a:spLocks noGrp="1"/>
          </p:cNvSpPr>
          <p:nvPr/>
        </p:nvSpPr>
        <p:spPr>
          <a:xfrm>
            <a:off x="8165313" y="4357988"/>
            <a:ext cx="120815" cy="57407"/>
          </a:xfrm>
          <a:custGeom>
            <a:avLst/>
            <a:gdLst/>
            <a:ahLst/>
            <a:cxnLst/>
            <a:rect l="l" t="t" r="r" b="b"/>
            <a:pathLst>
              <a:path w="151113" h="71804">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1" name="Google Shape;241;p1">
            <a:extLst>
              <a:ext uri="{FF2B5EF4-FFF2-40B4-BE49-F238E27FC236}">
                <a16:creationId xmlns:a16="http://schemas.microsoft.com/office/drawing/2014/main" id="{FD627A17-FBEE-4697-9814-0A3963797ACD}"/>
              </a:ext>
            </a:extLst>
          </p:cNvPr>
          <p:cNvSpPr>
            <a:spLocks noGrp="1"/>
          </p:cNvSpPr>
          <p:nvPr/>
        </p:nvSpPr>
        <p:spPr>
          <a:xfrm>
            <a:off x="8255166" y="4305930"/>
            <a:ext cx="122882" cy="68953"/>
          </a:xfrm>
          <a:custGeom>
            <a:avLst/>
            <a:gdLst/>
            <a:ahLst/>
            <a:cxnLst/>
            <a:rect l="l" t="t" r="r" b="b"/>
            <a:pathLst>
              <a:path w="153698" h="86245">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2" name="Google Shape;242;p1">
            <a:extLst>
              <a:ext uri="{FF2B5EF4-FFF2-40B4-BE49-F238E27FC236}">
                <a16:creationId xmlns:a16="http://schemas.microsoft.com/office/drawing/2014/main" id="{5A79DC98-9994-4C1E-BA19-1BF5671EE6E6}"/>
              </a:ext>
            </a:extLst>
          </p:cNvPr>
          <p:cNvSpPr>
            <a:spLocks noGrp="1"/>
          </p:cNvSpPr>
          <p:nvPr/>
        </p:nvSpPr>
        <p:spPr>
          <a:xfrm>
            <a:off x="8255174" y="4317703"/>
            <a:ext cx="120815" cy="57407"/>
          </a:xfrm>
          <a:custGeom>
            <a:avLst/>
            <a:gdLst/>
            <a:ahLst/>
            <a:cxnLst/>
            <a:rect l="l" t="t" r="r" b="b"/>
            <a:pathLst>
              <a:path w="151113" h="71804">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3" name="Google Shape;243;p1">
            <a:extLst>
              <a:ext uri="{FF2B5EF4-FFF2-40B4-BE49-F238E27FC236}">
                <a16:creationId xmlns:a16="http://schemas.microsoft.com/office/drawing/2014/main" id="{7E8B2D20-0B5C-4ABB-93E8-388F370AF51D}"/>
              </a:ext>
            </a:extLst>
          </p:cNvPr>
          <p:cNvSpPr>
            <a:spLocks noGrp="1"/>
          </p:cNvSpPr>
          <p:nvPr/>
        </p:nvSpPr>
        <p:spPr>
          <a:xfrm>
            <a:off x="8198325" y="3858200"/>
            <a:ext cx="179678" cy="507212"/>
          </a:xfrm>
          <a:custGeom>
            <a:avLst/>
            <a:gdLst/>
            <a:ahLst/>
            <a:cxnLst/>
            <a:rect l="l" t="t" r="r" b="b"/>
            <a:pathLst>
              <a:path w="224738" h="634412">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4" name="Google Shape;244;p1">
            <a:extLst>
              <a:ext uri="{FF2B5EF4-FFF2-40B4-BE49-F238E27FC236}">
                <a16:creationId xmlns:a16="http://schemas.microsoft.com/office/drawing/2014/main" id="{60726C9C-07D8-4512-AABA-D84E9B16E6D9}"/>
              </a:ext>
            </a:extLst>
          </p:cNvPr>
          <p:cNvSpPr>
            <a:spLocks noGrp="1"/>
          </p:cNvSpPr>
          <p:nvPr/>
        </p:nvSpPr>
        <p:spPr>
          <a:xfrm>
            <a:off x="8224549" y="3442293"/>
            <a:ext cx="130417" cy="208730"/>
          </a:xfrm>
          <a:custGeom>
            <a:avLst/>
            <a:gdLst/>
            <a:ahLst/>
            <a:cxnLst/>
            <a:rect l="l" t="t" r="r" b="b"/>
            <a:pathLst>
              <a:path w="163123" h="261076">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5" name="Google Shape;245;p1">
            <a:extLst>
              <a:ext uri="{FF2B5EF4-FFF2-40B4-BE49-F238E27FC236}">
                <a16:creationId xmlns:a16="http://schemas.microsoft.com/office/drawing/2014/main" id="{CBEA01E7-8950-47FA-9CC0-D8CB7F35C650}"/>
              </a:ext>
            </a:extLst>
          </p:cNvPr>
          <p:cNvSpPr>
            <a:spLocks noGrp="1"/>
          </p:cNvSpPr>
          <p:nvPr/>
        </p:nvSpPr>
        <p:spPr>
          <a:xfrm>
            <a:off x="8197056" y="3589895"/>
            <a:ext cx="200560" cy="332104"/>
          </a:xfrm>
          <a:custGeom>
            <a:avLst/>
            <a:gdLst/>
            <a:ahLst/>
            <a:cxnLst/>
            <a:rect l="l" t="t" r="r" b="b"/>
            <a:pathLst>
              <a:path w="250857" h="415389">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6" name="Google Shape;246;p1">
            <a:extLst>
              <a:ext uri="{FF2B5EF4-FFF2-40B4-BE49-F238E27FC236}">
                <a16:creationId xmlns:a16="http://schemas.microsoft.com/office/drawing/2014/main" id="{78C6AC25-1A65-4867-93A3-8D876367BF4D}"/>
              </a:ext>
            </a:extLst>
          </p:cNvPr>
          <p:cNvSpPr>
            <a:spLocks noGrp="1"/>
          </p:cNvSpPr>
          <p:nvPr/>
        </p:nvSpPr>
        <p:spPr>
          <a:xfrm>
            <a:off x="8000839" y="3631642"/>
            <a:ext cx="254644" cy="198374"/>
          </a:xfrm>
          <a:custGeom>
            <a:avLst/>
            <a:gdLst/>
            <a:ahLst/>
            <a:cxnLst/>
            <a:rect l="l" t="t" r="r" b="b"/>
            <a:pathLst>
              <a:path w="318504" h="248122">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7" name="Google Shape;247;p1">
            <a:extLst>
              <a:ext uri="{FF2B5EF4-FFF2-40B4-BE49-F238E27FC236}">
                <a16:creationId xmlns:a16="http://schemas.microsoft.com/office/drawing/2014/main" id="{018F0099-BF64-45F4-A2CC-B3DA1E100597}"/>
              </a:ext>
            </a:extLst>
          </p:cNvPr>
          <p:cNvSpPr>
            <a:spLocks noGrp="1"/>
          </p:cNvSpPr>
          <p:nvPr/>
        </p:nvSpPr>
        <p:spPr>
          <a:xfrm>
            <a:off x="8187055" y="3627341"/>
            <a:ext cx="77484" cy="113419"/>
          </a:xfrm>
          <a:custGeom>
            <a:avLst/>
            <a:gdLst/>
            <a:ahLst/>
            <a:cxnLst/>
            <a:rect l="l" t="t" r="r" b="b"/>
            <a:pathLst>
              <a:path w="96916" h="141862">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48" name="Google Shape;248;p1">
            <a:extLst>
              <a:ext uri="{FF2B5EF4-FFF2-40B4-BE49-F238E27FC236}">
                <a16:creationId xmlns:a16="http://schemas.microsoft.com/office/drawing/2014/main" id="{45692508-0411-4907-ADF6-7629F8E236C9}"/>
              </a:ext>
            </a:extLst>
          </p:cNvPr>
          <p:cNvSpPr>
            <a:spLocks noGrp="1"/>
          </p:cNvSpPr>
          <p:nvPr/>
        </p:nvSpPr>
        <p:spPr>
          <a:xfrm>
            <a:off x="8224358" y="3433131"/>
            <a:ext cx="126435" cy="139356"/>
          </a:xfrm>
          <a:custGeom>
            <a:avLst/>
            <a:gdLst/>
            <a:ahLst/>
            <a:cxnLst/>
            <a:rect l="l" t="t" r="r" b="b"/>
            <a:pathLst>
              <a:path w="158142" h="174304">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0" name="Google Shape;250;p1">
            <a:extLst>
              <a:ext uri="{FF2B5EF4-FFF2-40B4-BE49-F238E27FC236}">
                <a16:creationId xmlns:a16="http://schemas.microsoft.com/office/drawing/2014/main" id="{3FA43DD9-7986-4DD3-B0DE-CA9EBB8A7A4E}"/>
              </a:ext>
            </a:extLst>
          </p:cNvPr>
          <p:cNvSpPr>
            <a:spLocks noGrp="1"/>
          </p:cNvSpPr>
          <p:nvPr/>
        </p:nvSpPr>
        <p:spPr>
          <a:xfrm>
            <a:off x="6566822" y="982537"/>
            <a:ext cx="242407" cy="139513"/>
          </a:xfrm>
          <a:custGeom>
            <a:avLst/>
            <a:gdLst/>
            <a:ahLst/>
            <a:cxnLst/>
            <a:rect l="l" t="t" r="r" b="b"/>
            <a:pathLst>
              <a:path w="303199" h="17450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1" name="Google Shape;251;p1">
            <a:extLst>
              <a:ext uri="{FF2B5EF4-FFF2-40B4-BE49-F238E27FC236}">
                <a16:creationId xmlns:a16="http://schemas.microsoft.com/office/drawing/2014/main" id="{01B0A045-8580-4731-996F-45D4ECEDF3D1}"/>
              </a:ext>
            </a:extLst>
          </p:cNvPr>
          <p:cNvSpPr>
            <a:spLocks noGrp="1"/>
          </p:cNvSpPr>
          <p:nvPr/>
        </p:nvSpPr>
        <p:spPr>
          <a:xfrm>
            <a:off x="6680048" y="1017036"/>
            <a:ext cx="63298" cy="36629"/>
          </a:xfrm>
          <a:custGeom>
            <a:avLst/>
            <a:gdLst/>
            <a:ahLst/>
            <a:cxnLst/>
            <a:rect l="l" t="t" r="r" b="b"/>
            <a:pathLst>
              <a:path w="79173" h="45815">
                <a:moveTo>
                  <a:pt x="79174" y="29242"/>
                </a:moveTo>
                <a:lnTo>
                  <a:pt x="50660" y="45815"/>
                </a:lnTo>
                <a:lnTo>
                  <a:pt x="0" y="16478"/>
                </a:lnTo>
                <a:lnTo>
                  <a:pt x="28514" y="0"/>
                </a:lnTo>
                <a:lnTo>
                  <a:pt x="79174" y="29242"/>
                </a:lnTo>
                <a:close/>
              </a:path>
            </a:pathLst>
          </a:custGeom>
          <a:solidFill>
            <a:srgbClr val="000000">
              <a:alpha val="14117"/>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2" name="Google Shape;252;p1">
            <a:extLst>
              <a:ext uri="{FF2B5EF4-FFF2-40B4-BE49-F238E27FC236}">
                <a16:creationId xmlns:a16="http://schemas.microsoft.com/office/drawing/2014/main" id="{AC1F9441-B57C-4590-BBAC-76235E99235B}"/>
              </a:ext>
            </a:extLst>
          </p:cNvPr>
          <p:cNvSpPr>
            <a:spLocks noGrp="1"/>
          </p:cNvSpPr>
          <p:nvPr/>
        </p:nvSpPr>
        <p:spPr>
          <a:xfrm>
            <a:off x="6566815" y="1033029"/>
            <a:ext cx="242415" cy="94574"/>
          </a:xfrm>
          <a:custGeom>
            <a:avLst/>
            <a:gdLst/>
            <a:ahLst/>
            <a:cxnLst/>
            <a:rect l="l" t="t" r="r" b="b"/>
            <a:pathLst>
              <a:path w="303209" h="118292">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3" name="Google Shape;253;p1">
            <a:extLst>
              <a:ext uri="{FF2B5EF4-FFF2-40B4-BE49-F238E27FC236}">
                <a16:creationId xmlns:a16="http://schemas.microsoft.com/office/drawing/2014/main" id="{27CB1B81-21F1-456C-8470-C5CD4578B057}"/>
              </a:ext>
            </a:extLst>
          </p:cNvPr>
          <p:cNvSpPr>
            <a:spLocks noGrp="1"/>
          </p:cNvSpPr>
          <p:nvPr/>
        </p:nvSpPr>
        <p:spPr>
          <a:xfrm>
            <a:off x="6544681" y="928624"/>
            <a:ext cx="173589" cy="195334"/>
          </a:xfrm>
          <a:custGeom>
            <a:avLst/>
            <a:gdLst/>
            <a:ahLst/>
            <a:cxnLst/>
            <a:rect l="l" t="t" r="r" b="b"/>
            <a:pathLst>
              <a:path w="217122" h="24432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4" name="Google Shape;254;p1">
            <a:extLst>
              <a:ext uri="{FF2B5EF4-FFF2-40B4-BE49-F238E27FC236}">
                <a16:creationId xmlns:a16="http://schemas.microsoft.com/office/drawing/2014/main" id="{28B1E4B0-4E8E-48C3-8E02-4995ECD5B474}"/>
              </a:ext>
            </a:extLst>
          </p:cNvPr>
          <p:cNvSpPr>
            <a:spLocks noGrp="1"/>
          </p:cNvSpPr>
          <p:nvPr/>
        </p:nvSpPr>
        <p:spPr>
          <a:xfrm>
            <a:off x="6547521" y="927100"/>
            <a:ext cx="173028" cy="196168"/>
          </a:xfrm>
          <a:custGeom>
            <a:avLst/>
            <a:gdLst/>
            <a:ahLst/>
            <a:cxnLst/>
            <a:rect l="l" t="t" r="r" b="b"/>
            <a:pathLst>
              <a:path w="216421" h="245364">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6" name="Google Shape;256;p1">
            <a:extLst>
              <a:ext uri="{FF2B5EF4-FFF2-40B4-BE49-F238E27FC236}">
                <a16:creationId xmlns:a16="http://schemas.microsoft.com/office/drawing/2014/main" id="{2CC6F8B5-C880-4F6A-8F3B-0CAAEE9BC462}"/>
              </a:ext>
            </a:extLst>
          </p:cNvPr>
          <p:cNvSpPr>
            <a:spLocks noGrp="1"/>
          </p:cNvSpPr>
          <p:nvPr/>
        </p:nvSpPr>
        <p:spPr>
          <a:xfrm>
            <a:off x="7232501" y="1369661"/>
            <a:ext cx="242407" cy="139513"/>
          </a:xfrm>
          <a:custGeom>
            <a:avLst/>
            <a:gdLst/>
            <a:ahLst/>
            <a:cxnLst/>
            <a:rect l="l" t="t" r="r" b="b"/>
            <a:pathLst>
              <a:path w="303199" h="17450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7" name="Google Shape;257;p1">
            <a:extLst>
              <a:ext uri="{FF2B5EF4-FFF2-40B4-BE49-F238E27FC236}">
                <a16:creationId xmlns:a16="http://schemas.microsoft.com/office/drawing/2014/main" id="{A0A7504F-9BE6-4001-9436-836AD5F2CFA0}"/>
              </a:ext>
            </a:extLst>
          </p:cNvPr>
          <p:cNvSpPr>
            <a:spLocks noGrp="1"/>
          </p:cNvSpPr>
          <p:nvPr/>
        </p:nvSpPr>
        <p:spPr>
          <a:xfrm>
            <a:off x="7345727" y="1404160"/>
            <a:ext cx="63298" cy="36629"/>
          </a:xfrm>
          <a:custGeom>
            <a:avLst/>
            <a:gdLst/>
            <a:ahLst/>
            <a:cxnLst/>
            <a:rect l="l" t="t" r="r" b="b"/>
            <a:pathLst>
              <a:path w="79173" h="45815">
                <a:moveTo>
                  <a:pt x="79174" y="29242"/>
                </a:moveTo>
                <a:lnTo>
                  <a:pt x="50660" y="45815"/>
                </a:lnTo>
                <a:lnTo>
                  <a:pt x="0" y="16478"/>
                </a:lnTo>
                <a:lnTo>
                  <a:pt x="28514" y="0"/>
                </a:lnTo>
                <a:lnTo>
                  <a:pt x="79174" y="29242"/>
                </a:lnTo>
                <a:close/>
              </a:path>
            </a:pathLst>
          </a:custGeom>
          <a:solidFill>
            <a:srgbClr val="000000">
              <a:alpha val="14117"/>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8" name="Google Shape;258;p1">
            <a:extLst>
              <a:ext uri="{FF2B5EF4-FFF2-40B4-BE49-F238E27FC236}">
                <a16:creationId xmlns:a16="http://schemas.microsoft.com/office/drawing/2014/main" id="{4ABF5E0C-1E3F-4405-8B27-A168F6DDAE76}"/>
              </a:ext>
            </a:extLst>
          </p:cNvPr>
          <p:cNvSpPr>
            <a:spLocks noGrp="1"/>
          </p:cNvSpPr>
          <p:nvPr/>
        </p:nvSpPr>
        <p:spPr>
          <a:xfrm>
            <a:off x="7232494" y="1420153"/>
            <a:ext cx="242415" cy="94574"/>
          </a:xfrm>
          <a:custGeom>
            <a:avLst/>
            <a:gdLst/>
            <a:ahLst/>
            <a:cxnLst/>
            <a:rect l="l" t="t" r="r" b="b"/>
            <a:pathLst>
              <a:path w="303209" h="118292">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59" name="Google Shape;259;p1">
            <a:extLst>
              <a:ext uri="{FF2B5EF4-FFF2-40B4-BE49-F238E27FC236}">
                <a16:creationId xmlns:a16="http://schemas.microsoft.com/office/drawing/2014/main" id="{77FEB7D6-D388-48FC-BD4D-2FCAB3680490}"/>
              </a:ext>
            </a:extLst>
          </p:cNvPr>
          <p:cNvSpPr>
            <a:spLocks noGrp="1"/>
          </p:cNvSpPr>
          <p:nvPr/>
        </p:nvSpPr>
        <p:spPr>
          <a:xfrm>
            <a:off x="7210360" y="1315748"/>
            <a:ext cx="173589" cy="195334"/>
          </a:xfrm>
          <a:custGeom>
            <a:avLst/>
            <a:gdLst/>
            <a:ahLst/>
            <a:cxnLst/>
            <a:rect l="l" t="t" r="r" b="b"/>
            <a:pathLst>
              <a:path w="217122" h="24432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0" name="Google Shape;260;p1">
            <a:extLst>
              <a:ext uri="{FF2B5EF4-FFF2-40B4-BE49-F238E27FC236}">
                <a16:creationId xmlns:a16="http://schemas.microsoft.com/office/drawing/2014/main" id="{EF76A7DE-1DD3-4713-80CD-AE608344D733}"/>
              </a:ext>
            </a:extLst>
          </p:cNvPr>
          <p:cNvSpPr>
            <a:spLocks noGrp="1"/>
          </p:cNvSpPr>
          <p:nvPr/>
        </p:nvSpPr>
        <p:spPr>
          <a:xfrm>
            <a:off x="7213200" y="1314224"/>
            <a:ext cx="173028" cy="196168"/>
          </a:xfrm>
          <a:custGeom>
            <a:avLst/>
            <a:gdLst/>
            <a:ahLst/>
            <a:cxnLst/>
            <a:rect l="l" t="t" r="r" b="b"/>
            <a:pathLst>
              <a:path w="216421" h="245364">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1" name="Google Shape;261;p1">
            <a:extLst>
              <a:ext uri="{FF2B5EF4-FFF2-40B4-BE49-F238E27FC236}">
                <a16:creationId xmlns:a16="http://schemas.microsoft.com/office/drawing/2014/main" id="{0EB76208-E3DC-4F13-A199-DC59426C1CE3}"/>
              </a:ext>
            </a:extLst>
          </p:cNvPr>
          <p:cNvSpPr>
            <a:spLocks noGrp="1"/>
          </p:cNvSpPr>
          <p:nvPr/>
        </p:nvSpPr>
        <p:spPr>
          <a:xfrm>
            <a:off x="7451033" y="1163186"/>
            <a:ext cx="126280" cy="353110"/>
          </a:xfrm>
          <a:custGeom>
            <a:avLst/>
            <a:gdLst/>
            <a:ahLst/>
            <a:cxnLst/>
            <a:rect l="l" t="t" r="r" b="b"/>
            <a:pathLst>
              <a:path w="157949" h="441664">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2" name="Google Shape;262;p1">
            <a:extLst>
              <a:ext uri="{FF2B5EF4-FFF2-40B4-BE49-F238E27FC236}">
                <a16:creationId xmlns:a16="http://schemas.microsoft.com/office/drawing/2014/main" id="{2277A03E-0BEE-46EF-A7CC-35576EE2BA7C}"/>
              </a:ext>
            </a:extLst>
          </p:cNvPr>
          <p:cNvSpPr>
            <a:spLocks noGrp="1"/>
          </p:cNvSpPr>
          <p:nvPr/>
        </p:nvSpPr>
        <p:spPr>
          <a:xfrm>
            <a:off x="7509451" y="1160411"/>
            <a:ext cx="72725" cy="98625"/>
          </a:xfrm>
          <a:custGeom>
            <a:avLst/>
            <a:gdLst/>
            <a:ahLst/>
            <a:cxnLst/>
            <a:rect l="l" t="t" r="r" b="b"/>
            <a:pathLst>
              <a:path w="90963" h="123358">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4" name="Google Shape;264;p1">
            <a:extLst>
              <a:ext uri="{FF2B5EF4-FFF2-40B4-BE49-F238E27FC236}">
                <a16:creationId xmlns:a16="http://schemas.microsoft.com/office/drawing/2014/main" id="{7C601613-01BA-4E34-9D96-C9564B4E770E}"/>
              </a:ext>
            </a:extLst>
          </p:cNvPr>
          <p:cNvSpPr>
            <a:spLocks noGrp="1"/>
          </p:cNvSpPr>
          <p:nvPr/>
        </p:nvSpPr>
        <p:spPr>
          <a:xfrm flipH="1">
            <a:off x="49085" y="3330210"/>
            <a:ext cx="285978" cy="165125"/>
          </a:xfrm>
          <a:custGeom>
            <a:avLst/>
            <a:gdLst/>
            <a:ahLst/>
            <a:cxnLst/>
            <a:rect l="l" t="t" r="r" b="b"/>
            <a:pathLst>
              <a:path w="357473" h="206406">
                <a:moveTo>
                  <a:pt x="178689" y="206407"/>
                </a:moveTo>
                <a:lnTo>
                  <a:pt x="0" y="103251"/>
                </a:lnTo>
                <a:lnTo>
                  <a:pt x="178689" y="0"/>
                </a:lnTo>
                <a:lnTo>
                  <a:pt x="357473" y="103251"/>
                </a:lnTo>
                <a:lnTo>
                  <a:pt x="178689" y="206407"/>
                </a:lnTo>
                <a:close/>
              </a:path>
            </a:pathLst>
          </a:custGeom>
          <a:solidFill>
            <a:srgbClr val="D6D8E5">
              <a:alpha val="2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5" name="Google Shape;265;p1">
            <a:extLst>
              <a:ext uri="{FF2B5EF4-FFF2-40B4-BE49-F238E27FC236}">
                <a16:creationId xmlns:a16="http://schemas.microsoft.com/office/drawing/2014/main" id="{6BEF9E73-90F4-4A43-9144-F537B13EFD8C}"/>
              </a:ext>
            </a:extLst>
          </p:cNvPr>
          <p:cNvSpPr>
            <a:spLocks noGrp="1"/>
          </p:cNvSpPr>
          <p:nvPr/>
        </p:nvSpPr>
        <p:spPr>
          <a:xfrm flipH="1">
            <a:off x="-177393" y="3198009"/>
            <a:ext cx="285978" cy="165125"/>
          </a:xfrm>
          <a:custGeom>
            <a:avLst/>
            <a:gdLst/>
            <a:ahLst/>
            <a:cxnLst/>
            <a:rect l="l" t="t" r="r" b="b"/>
            <a:pathLst>
              <a:path w="357473" h="206406">
                <a:moveTo>
                  <a:pt x="178784" y="206407"/>
                </a:moveTo>
                <a:lnTo>
                  <a:pt x="0" y="103251"/>
                </a:lnTo>
                <a:lnTo>
                  <a:pt x="178784" y="0"/>
                </a:lnTo>
                <a:lnTo>
                  <a:pt x="357473" y="103251"/>
                </a:lnTo>
                <a:lnTo>
                  <a:pt x="178784" y="206407"/>
                </a:lnTo>
                <a:close/>
              </a:path>
            </a:pathLst>
          </a:custGeom>
          <a:solidFill>
            <a:srgbClr val="D6D8E5">
              <a:alpha val="2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6" name="Google Shape;266;p1">
            <a:extLst>
              <a:ext uri="{FF2B5EF4-FFF2-40B4-BE49-F238E27FC236}">
                <a16:creationId xmlns:a16="http://schemas.microsoft.com/office/drawing/2014/main" id="{47A9F5BF-53B9-4002-B213-A1C38E0653F1}"/>
              </a:ext>
            </a:extLst>
          </p:cNvPr>
          <p:cNvSpPr>
            <a:spLocks noGrp="1"/>
          </p:cNvSpPr>
          <p:nvPr/>
        </p:nvSpPr>
        <p:spPr>
          <a:xfrm flipH="1">
            <a:off x="-262226" y="2407472"/>
            <a:ext cx="285978" cy="165049"/>
          </a:xfrm>
          <a:custGeom>
            <a:avLst/>
            <a:gdLst/>
            <a:ahLst/>
            <a:cxnLst/>
            <a:rect l="l" t="t" r="r" b="b"/>
            <a:pathLst>
              <a:path w="357473" h="206311">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7" name="Google Shape;267;p1">
            <a:extLst>
              <a:ext uri="{FF2B5EF4-FFF2-40B4-BE49-F238E27FC236}">
                <a16:creationId xmlns:a16="http://schemas.microsoft.com/office/drawing/2014/main" id="{7454B141-F45F-4424-A9BF-CC794992CE5A}"/>
              </a:ext>
            </a:extLst>
          </p:cNvPr>
          <p:cNvSpPr>
            <a:spLocks noGrp="1"/>
          </p:cNvSpPr>
          <p:nvPr/>
        </p:nvSpPr>
        <p:spPr>
          <a:xfrm flipH="1">
            <a:off x="-262226" y="2489945"/>
            <a:ext cx="143027" cy="825855"/>
          </a:xfrm>
          <a:custGeom>
            <a:avLst/>
            <a:gdLst/>
            <a:ahLst/>
            <a:cxnLst/>
            <a:rect l="l" t="t" r="r" b="b"/>
            <a:pathLst>
              <a:path w="178784" h="1032319">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8" name="Google Shape;268;p1">
            <a:extLst>
              <a:ext uri="{FF2B5EF4-FFF2-40B4-BE49-F238E27FC236}">
                <a16:creationId xmlns:a16="http://schemas.microsoft.com/office/drawing/2014/main" id="{80A21736-3D66-486F-85F0-6CA94857530A}"/>
              </a:ext>
            </a:extLst>
          </p:cNvPr>
          <p:cNvSpPr>
            <a:spLocks noGrp="1"/>
          </p:cNvSpPr>
          <p:nvPr/>
        </p:nvSpPr>
        <p:spPr>
          <a:xfrm flipH="1">
            <a:off x="-262226" y="2489945"/>
            <a:ext cx="143027" cy="825855"/>
          </a:xfrm>
          <a:custGeom>
            <a:avLst/>
            <a:gdLst/>
            <a:ahLst/>
            <a:cxnLst/>
            <a:rect l="l" t="t" r="r" b="b"/>
            <a:pathLst>
              <a:path w="178784" h="1032319">
                <a:moveTo>
                  <a:pt x="178784" y="1032320"/>
                </a:moveTo>
                <a:lnTo>
                  <a:pt x="0" y="929068"/>
                </a:lnTo>
                <a:lnTo>
                  <a:pt x="0" y="0"/>
                </a:lnTo>
                <a:lnTo>
                  <a:pt x="178784" y="103251"/>
                </a:lnTo>
                <a:lnTo>
                  <a:pt x="178784" y="1032320"/>
                </a:lnTo>
                <a:close/>
              </a:path>
            </a:pathLst>
          </a:custGeom>
          <a:solidFill>
            <a:srgbClr val="000000">
              <a:alpha val="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69" name="Google Shape;269;p1">
            <a:extLst>
              <a:ext uri="{FF2B5EF4-FFF2-40B4-BE49-F238E27FC236}">
                <a16:creationId xmlns:a16="http://schemas.microsoft.com/office/drawing/2014/main" id="{70ADFB27-F8F8-4040-8BD4-6F9CC6F30C72}"/>
              </a:ext>
            </a:extLst>
          </p:cNvPr>
          <p:cNvSpPr>
            <a:spLocks noGrp="1"/>
          </p:cNvSpPr>
          <p:nvPr/>
        </p:nvSpPr>
        <p:spPr>
          <a:xfrm flipH="1">
            <a:off x="-405164" y="2489945"/>
            <a:ext cx="142951" cy="825855"/>
          </a:xfrm>
          <a:custGeom>
            <a:avLst/>
            <a:gdLst/>
            <a:ahLst/>
            <a:cxnLst/>
            <a:rect l="l" t="t" r="r" b="b"/>
            <a:pathLst>
              <a:path w="178689" h="1032319">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0" name="Google Shape;270;p1">
            <a:extLst>
              <a:ext uri="{FF2B5EF4-FFF2-40B4-BE49-F238E27FC236}">
                <a16:creationId xmlns:a16="http://schemas.microsoft.com/office/drawing/2014/main" id="{EEEBF5CC-480C-4094-A56D-CE079421136C}"/>
              </a:ext>
            </a:extLst>
          </p:cNvPr>
          <p:cNvSpPr>
            <a:spLocks noGrp="1"/>
          </p:cNvSpPr>
          <p:nvPr/>
        </p:nvSpPr>
        <p:spPr>
          <a:xfrm flipH="1">
            <a:off x="-47858" y="2778638"/>
            <a:ext cx="285978" cy="165201"/>
          </a:xfrm>
          <a:custGeom>
            <a:avLst/>
            <a:gdLst/>
            <a:ahLst/>
            <a:cxnLst/>
            <a:rect l="l" t="t" r="r" b="b"/>
            <a:pathLst>
              <a:path w="357473" h="206501">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1" name="Google Shape;271;p1">
            <a:extLst>
              <a:ext uri="{FF2B5EF4-FFF2-40B4-BE49-F238E27FC236}">
                <a16:creationId xmlns:a16="http://schemas.microsoft.com/office/drawing/2014/main" id="{462B75AF-A82F-4AA6-AE2C-0FF11D611E7C}"/>
              </a:ext>
            </a:extLst>
          </p:cNvPr>
          <p:cNvSpPr>
            <a:spLocks noGrp="1"/>
          </p:cNvSpPr>
          <p:nvPr/>
        </p:nvSpPr>
        <p:spPr>
          <a:xfrm flipH="1">
            <a:off x="-47858" y="2861187"/>
            <a:ext cx="143027" cy="577519"/>
          </a:xfrm>
          <a:custGeom>
            <a:avLst/>
            <a:gdLst/>
            <a:ahLst/>
            <a:cxnLst/>
            <a:rect l="l" t="t" r="r" b="b"/>
            <a:pathLst>
              <a:path w="178784" h="721899">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2" name="Google Shape;272;p1">
            <a:extLst>
              <a:ext uri="{FF2B5EF4-FFF2-40B4-BE49-F238E27FC236}">
                <a16:creationId xmlns:a16="http://schemas.microsoft.com/office/drawing/2014/main" id="{F216EDEA-5C8E-42C6-A169-6F693528A904}"/>
              </a:ext>
            </a:extLst>
          </p:cNvPr>
          <p:cNvSpPr>
            <a:spLocks noGrp="1"/>
          </p:cNvSpPr>
          <p:nvPr/>
        </p:nvSpPr>
        <p:spPr>
          <a:xfrm flipH="1">
            <a:off x="-47858" y="2861187"/>
            <a:ext cx="143027" cy="577519"/>
          </a:xfrm>
          <a:custGeom>
            <a:avLst/>
            <a:gdLst/>
            <a:ahLst/>
            <a:cxnLst/>
            <a:rect l="l" t="t" r="r" b="b"/>
            <a:pathLst>
              <a:path w="178784" h="721899">
                <a:moveTo>
                  <a:pt x="178784" y="721900"/>
                </a:moveTo>
                <a:lnTo>
                  <a:pt x="0" y="618744"/>
                </a:lnTo>
                <a:lnTo>
                  <a:pt x="0" y="0"/>
                </a:lnTo>
                <a:lnTo>
                  <a:pt x="178784" y="103251"/>
                </a:lnTo>
                <a:lnTo>
                  <a:pt x="178784" y="721900"/>
                </a:lnTo>
                <a:close/>
              </a:path>
            </a:pathLst>
          </a:custGeom>
          <a:solidFill>
            <a:srgbClr val="000000">
              <a:alpha val="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3" name="Google Shape;273;p1">
            <a:extLst>
              <a:ext uri="{FF2B5EF4-FFF2-40B4-BE49-F238E27FC236}">
                <a16:creationId xmlns:a16="http://schemas.microsoft.com/office/drawing/2014/main" id="{09475A34-0811-4209-BA3F-4E0111723943}"/>
              </a:ext>
            </a:extLst>
          </p:cNvPr>
          <p:cNvSpPr>
            <a:spLocks noGrp="1"/>
          </p:cNvSpPr>
          <p:nvPr/>
        </p:nvSpPr>
        <p:spPr>
          <a:xfrm flipH="1">
            <a:off x="-190795" y="2861187"/>
            <a:ext cx="142950" cy="577519"/>
          </a:xfrm>
          <a:custGeom>
            <a:avLst/>
            <a:gdLst/>
            <a:ahLst/>
            <a:cxnLst/>
            <a:rect l="l" t="t" r="r" b="b"/>
            <a:pathLst>
              <a:path w="178688" h="721899">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4" name="Google Shape;274;p1">
            <a:extLst>
              <a:ext uri="{FF2B5EF4-FFF2-40B4-BE49-F238E27FC236}">
                <a16:creationId xmlns:a16="http://schemas.microsoft.com/office/drawing/2014/main" id="{972669F8-EEA9-41CC-8640-89E822EF5BAB}"/>
              </a:ext>
            </a:extLst>
          </p:cNvPr>
          <p:cNvSpPr>
            <a:spLocks noGrp="1"/>
          </p:cNvSpPr>
          <p:nvPr/>
        </p:nvSpPr>
        <p:spPr>
          <a:xfrm flipH="1">
            <a:off x="232155" y="3438346"/>
            <a:ext cx="285978" cy="165125"/>
          </a:xfrm>
          <a:custGeom>
            <a:avLst/>
            <a:gdLst/>
            <a:ahLst/>
            <a:cxnLst/>
            <a:rect l="l" t="t" r="r" b="b"/>
            <a:pathLst>
              <a:path w="357473" h="206406">
                <a:moveTo>
                  <a:pt x="178784" y="206407"/>
                </a:moveTo>
                <a:lnTo>
                  <a:pt x="0" y="103251"/>
                </a:lnTo>
                <a:lnTo>
                  <a:pt x="178784" y="0"/>
                </a:lnTo>
                <a:lnTo>
                  <a:pt x="357473" y="103251"/>
                </a:lnTo>
                <a:lnTo>
                  <a:pt x="178784" y="206407"/>
                </a:lnTo>
                <a:close/>
              </a:path>
            </a:pathLst>
          </a:custGeom>
          <a:solidFill>
            <a:srgbClr val="D6D8E5">
              <a:alpha val="2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5" name="Google Shape;275;p1">
            <a:extLst>
              <a:ext uri="{FF2B5EF4-FFF2-40B4-BE49-F238E27FC236}">
                <a16:creationId xmlns:a16="http://schemas.microsoft.com/office/drawing/2014/main" id="{75680F93-406F-4316-BE08-23D5D7B1A36A}"/>
              </a:ext>
            </a:extLst>
          </p:cNvPr>
          <p:cNvSpPr>
            <a:spLocks noGrp="1"/>
          </p:cNvSpPr>
          <p:nvPr/>
        </p:nvSpPr>
        <p:spPr>
          <a:xfrm flipH="1">
            <a:off x="180372" y="3170746"/>
            <a:ext cx="285978" cy="165125"/>
          </a:xfrm>
          <a:custGeom>
            <a:avLst/>
            <a:gdLst/>
            <a:ahLst/>
            <a:cxnLst/>
            <a:rect l="l" t="t" r="r" b="b"/>
            <a:pathLst>
              <a:path w="357473" h="206406">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6" name="Google Shape;276;p1">
            <a:extLst>
              <a:ext uri="{FF2B5EF4-FFF2-40B4-BE49-F238E27FC236}">
                <a16:creationId xmlns:a16="http://schemas.microsoft.com/office/drawing/2014/main" id="{C8F4C958-5249-4260-B94C-7406077D8CF4}"/>
              </a:ext>
            </a:extLst>
          </p:cNvPr>
          <p:cNvSpPr>
            <a:spLocks noGrp="1"/>
          </p:cNvSpPr>
          <p:nvPr/>
        </p:nvSpPr>
        <p:spPr>
          <a:xfrm flipH="1">
            <a:off x="180372" y="3253220"/>
            <a:ext cx="143027" cy="319278"/>
          </a:xfrm>
          <a:custGeom>
            <a:avLst/>
            <a:gdLst/>
            <a:ahLst/>
            <a:cxnLst/>
            <a:rect l="l" t="t" r="r" b="b"/>
            <a:pathLst>
              <a:path w="178784" h="399097">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7" name="Google Shape;277;p1">
            <a:extLst>
              <a:ext uri="{FF2B5EF4-FFF2-40B4-BE49-F238E27FC236}">
                <a16:creationId xmlns:a16="http://schemas.microsoft.com/office/drawing/2014/main" id="{BF2956D6-17AD-4E95-A618-8E135D227B8F}"/>
              </a:ext>
            </a:extLst>
          </p:cNvPr>
          <p:cNvSpPr>
            <a:spLocks noGrp="1"/>
          </p:cNvSpPr>
          <p:nvPr/>
        </p:nvSpPr>
        <p:spPr>
          <a:xfrm flipH="1">
            <a:off x="180372" y="3253220"/>
            <a:ext cx="143027" cy="319278"/>
          </a:xfrm>
          <a:custGeom>
            <a:avLst/>
            <a:gdLst/>
            <a:ahLst/>
            <a:cxnLst/>
            <a:rect l="l" t="t" r="r" b="b"/>
            <a:pathLst>
              <a:path w="178784" h="399097">
                <a:moveTo>
                  <a:pt x="178784" y="399098"/>
                </a:moveTo>
                <a:lnTo>
                  <a:pt x="0" y="295846"/>
                </a:lnTo>
                <a:lnTo>
                  <a:pt x="0" y="0"/>
                </a:lnTo>
                <a:lnTo>
                  <a:pt x="178784" y="103251"/>
                </a:lnTo>
                <a:lnTo>
                  <a:pt x="178784" y="399098"/>
                </a:lnTo>
                <a:close/>
              </a:path>
            </a:pathLst>
          </a:custGeom>
          <a:solidFill>
            <a:srgbClr val="000000">
              <a:alpha val="9019"/>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8" name="Google Shape;278;p1">
            <a:extLst>
              <a:ext uri="{FF2B5EF4-FFF2-40B4-BE49-F238E27FC236}">
                <a16:creationId xmlns:a16="http://schemas.microsoft.com/office/drawing/2014/main" id="{65729582-11D9-4D00-95F9-453819A03709}"/>
              </a:ext>
            </a:extLst>
          </p:cNvPr>
          <p:cNvSpPr>
            <a:spLocks noGrp="1"/>
          </p:cNvSpPr>
          <p:nvPr/>
        </p:nvSpPr>
        <p:spPr>
          <a:xfrm flipH="1">
            <a:off x="37434" y="3253220"/>
            <a:ext cx="142951" cy="319278"/>
          </a:xfrm>
          <a:custGeom>
            <a:avLst/>
            <a:gdLst/>
            <a:ahLst/>
            <a:cxnLst/>
            <a:rect l="l" t="t" r="r" b="b"/>
            <a:pathLst>
              <a:path w="178689" h="399097">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79" name="Google Shape;279;p1">
            <a:extLst>
              <a:ext uri="{FF2B5EF4-FFF2-40B4-BE49-F238E27FC236}">
                <a16:creationId xmlns:a16="http://schemas.microsoft.com/office/drawing/2014/main" id="{6578D3B3-A6C2-4F8F-A1E0-6C0B4BB67DFC}"/>
              </a:ext>
            </a:extLst>
          </p:cNvPr>
          <p:cNvSpPr>
            <a:spLocks noGrp="1"/>
          </p:cNvSpPr>
          <p:nvPr/>
        </p:nvSpPr>
        <p:spPr>
          <a:xfrm flipH="1">
            <a:off x="-151831" y="2547155"/>
            <a:ext cx="123401" cy="242674"/>
          </a:xfrm>
          <a:custGeom>
            <a:avLst/>
            <a:gdLst/>
            <a:ahLst/>
            <a:cxnLst/>
            <a:rect l="l" t="t" r="r" b="b"/>
            <a:pathLst>
              <a:path w="154251" h="303342">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0" name="Google Shape;280;p1">
            <a:extLst>
              <a:ext uri="{FF2B5EF4-FFF2-40B4-BE49-F238E27FC236}">
                <a16:creationId xmlns:a16="http://schemas.microsoft.com/office/drawing/2014/main" id="{3DCF899D-930E-48FB-AF04-1B8E069C9C70}"/>
              </a:ext>
            </a:extLst>
          </p:cNvPr>
          <p:cNvSpPr>
            <a:spLocks noGrp="1"/>
          </p:cNvSpPr>
          <p:nvPr/>
        </p:nvSpPr>
        <p:spPr>
          <a:xfrm flipH="1">
            <a:off x="-178508" y="3117057"/>
            <a:ext cx="85270" cy="65855"/>
          </a:xfrm>
          <a:custGeom>
            <a:avLst/>
            <a:gdLst/>
            <a:ahLst/>
            <a:cxnLst/>
            <a:rect l="l" t="t" r="r" b="b"/>
            <a:pathLst>
              <a:path w="106588" h="82319">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1" name="Google Shape;281;p1">
            <a:extLst>
              <a:ext uri="{FF2B5EF4-FFF2-40B4-BE49-F238E27FC236}">
                <a16:creationId xmlns:a16="http://schemas.microsoft.com/office/drawing/2014/main" id="{C83EE2D2-E74B-460F-8450-D2D497AC0FE1}"/>
              </a:ext>
            </a:extLst>
          </p:cNvPr>
          <p:cNvSpPr>
            <a:spLocks noGrp="1"/>
          </p:cNvSpPr>
          <p:nvPr/>
        </p:nvSpPr>
        <p:spPr>
          <a:xfrm flipH="1">
            <a:off x="-178675" y="3138686"/>
            <a:ext cx="84898" cy="44294"/>
          </a:xfrm>
          <a:custGeom>
            <a:avLst/>
            <a:gdLst/>
            <a:ahLst/>
            <a:cxnLst/>
            <a:rect l="l" t="t" r="r" b="b"/>
            <a:pathLst>
              <a:path w="106123" h="55368">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2" name="Google Shape;282;p1">
            <a:extLst>
              <a:ext uri="{FF2B5EF4-FFF2-40B4-BE49-F238E27FC236}">
                <a16:creationId xmlns:a16="http://schemas.microsoft.com/office/drawing/2014/main" id="{1FB39070-923C-4087-B8C4-837E86BB3FD2}"/>
              </a:ext>
            </a:extLst>
          </p:cNvPr>
          <p:cNvSpPr>
            <a:spLocks noGrp="1"/>
          </p:cNvSpPr>
          <p:nvPr/>
        </p:nvSpPr>
        <p:spPr>
          <a:xfrm flipH="1">
            <a:off x="-280655" y="3057462"/>
            <a:ext cx="85261" cy="63613"/>
          </a:xfrm>
          <a:custGeom>
            <a:avLst/>
            <a:gdLst/>
            <a:ahLst/>
            <a:cxnLst/>
            <a:rect l="l" t="t" r="r" b="b"/>
            <a:pathLst>
              <a:path w="106576" h="79516">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3" name="Google Shape;283;p1">
            <a:extLst>
              <a:ext uri="{FF2B5EF4-FFF2-40B4-BE49-F238E27FC236}">
                <a16:creationId xmlns:a16="http://schemas.microsoft.com/office/drawing/2014/main" id="{22C469E9-2DFE-4230-9E24-799314F725C3}"/>
              </a:ext>
            </a:extLst>
          </p:cNvPr>
          <p:cNvSpPr>
            <a:spLocks noGrp="1"/>
          </p:cNvSpPr>
          <p:nvPr/>
        </p:nvSpPr>
        <p:spPr>
          <a:xfrm flipH="1">
            <a:off x="-280999" y="3077917"/>
            <a:ext cx="84923" cy="44256"/>
          </a:xfrm>
          <a:custGeom>
            <a:avLst/>
            <a:gdLst/>
            <a:ahLst/>
            <a:cxnLst/>
            <a:rect l="l" t="t" r="r" b="b"/>
            <a:pathLst>
              <a:path w="106154" h="5532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4" name="Google Shape;284;p1">
            <a:extLst>
              <a:ext uri="{FF2B5EF4-FFF2-40B4-BE49-F238E27FC236}">
                <a16:creationId xmlns:a16="http://schemas.microsoft.com/office/drawing/2014/main" id="{7990C930-D7DF-4B26-8B2E-E90A1745E497}"/>
              </a:ext>
            </a:extLst>
          </p:cNvPr>
          <p:cNvSpPr>
            <a:spLocks noGrp="1"/>
          </p:cNvSpPr>
          <p:nvPr/>
        </p:nvSpPr>
        <p:spPr>
          <a:xfrm flipH="1">
            <a:off x="-46831" y="2765703"/>
            <a:ext cx="298029" cy="360530"/>
          </a:xfrm>
          <a:custGeom>
            <a:avLst/>
            <a:gdLst/>
            <a:ahLst/>
            <a:cxnLst/>
            <a:rect l="l" t="t" r="r" b="b"/>
            <a:pathLst>
              <a:path w="372536" h="450662">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5" name="Google Shape;285;p1">
            <a:extLst>
              <a:ext uri="{FF2B5EF4-FFF2-40B4-BE49-F238E27FC236}">
                <a16:creationId xmlns:a16="http://schemas.microsoft.com/office/drawing/2014/main" id="{F4A4AC89-BC1F-4A16-AC36-85BE31968E7A}"/>
              </a:ext>
            </a:extLst>
          </p:cNvPr>
          <p:cNvSpPr>
            <a:spLocks noGrp="1"/>
          </p:cNvSpPr>
          <p:nvPr/>
        </p:nvSpPr>
        <p:spPr>
          <a:xfrm flipH="1">
            <a:off x="-71663" y="2524670"/>
            <a:ext cx="93728" cy="91216"/>
          </a:xfrm>
          <a:custGeom>
            <a:avLst/>
            <a:gdLst/>
            <a:ahLst/>
            <a:cxnLst/>
            <a:rect l="l" t="t" r="r" b="b"/>
            <a:pathLst>
              <a:path w="117160" h="11402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6" name="Google Shape;286;p1">
            <a:extLst>
              <a:ext uri="{FF2B5EF4-FFF2-40B4-BE49-F238E27FC236}">
                <a16:creationId xmlns:a16="http://schemas.microsoft.com/office/drawing/2014/main" id="{DED5262E-392D-4B38-9958-9B51B9E9D27B}"/>
              </a:ext>
            </a:extLst>
          </p:cNvPr>
          <p:cNvSpPr>
            <a:spLocks noGrp="1"/>
          </p:cNvSpPr>
          <p:nvPr/>
        </p:nvSpPr>
        <p:spPr>
          <a:xfrm flipH="1">
            <a:off x="-46914" y="2537493"/>
            <a:ext cx="151659" cy="296670"/>
          </a:xfrm>
          <a:custGeom>
            <a:avLst/>
            <a:gdLst/>
            <a:ahLst/>
            <a:cxnLst/>
            <a:rect l="l" t="t" r="r" b="b"/>
            <a:pathLst>
              <a:path w="189574" h="370837">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7" name="Google Shape;287;p1">
            <a:extLst>
              <a:ext uri="{FF2B5EF4-FFF2-40B4-BE49-F238E27FC236}">
                <a16:creationId xmlns:a16="http://schemas.microsoft.com/office/drawing/2014/main" id="{C513BE6D-A98F-4A90-BF86-67E273F0D381}"/>
              </a:ext>
            </a:extLst>
          </p:cNvPr>
          <p:cNvSpPr>
            <a:spLocks noGrp="1"/>
          </p:cNvSpPr>
          <p:nvPr/>
        </p:nvSpPr>
        <p:spPr>
          <a:xfrm flipH="1">
            <a:off x="-68184" y="2430257"/>
            <a:ext cx="101092" cy="122957"/>
          </a:xfrm>
          <a:custGeom>
            <a:avLst/>
            <a:gdLst/>
            <a:ahLst/>
            <a:cxnLst/>
            <a:rect l="l" t="t" r="r" b="b"/>
            <a:pathLst>
              <a:path w="126365" h="153696">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8" name="Google Shape;288;p1">
            <a:extLst>
              <a:ext uri="{FF2B5EF4-FFF2-40B4-BE49-F238E27FC236}">
                <a16:creationId xmlns:a16="http://schemas.microsoft.com/office/drawing/2014/main" id="{5C0838EF-6865-4C6F-A9A1-EBAD0DCA0C65}"/>
              </a:ext>
            </a:extLst>
          </p:cNvPr>
          <p:cNvSpPr>
            <a:spLocks noGrp="1"/>
          </p:cNvSpPr>
          <p:nvPr/>
        </p:nvSpPr>
        <p:spPr>
          <a:xfrm flipH="1">
            <a:off x="-58812" y="2419291"/>
            <a:ext cx="106605" cy="105444"/>
          </a:xfrm>
          <a:custGeom>
            <a:avLst/>
            <a:gdLst/>
            <a:ahLst/>
            <a:cxnLst/>
            <a:rect l="l" t="t" r="r" b="b"/>
            <a:pathLst>
              <a:path w="133256" h="131805">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89" name="Google Shape;289;p1">
            <a:extLst>
              <a:ext uri="{FF2B5EF4-FFF2-40B4-BE49-F238E27FC236}">
                <a16:creationId xmlns:a16="http://schemas.microsoft.com/office/drawing/2014/main" id="{70903D6B-9A5D-4BC6-881F-64F6C46234AC}"/>
              </a:ext>
            </a:extLst>
          </p:cNvPr>
          <p:cNvSpPr>
            <a:spLocks noGrp="1"/>
          </p:cNvSpPr>
          <p:nvPr/>
        </p:nvSpPr>
        <p:spPr>
          <a:xfrm flipH="1">
            <a:off x="-165360" y="2538072"/>
            <a:ext cx="49149" cy="71094"/>
          </a:xfrm>
          <a:custGeom>
            <a:avLst/>
            <a:gdLst/>
            <a:ahLst/>
            <a:cxnLst/>
            <a:rect l="l" t="t" r="r" b="b"/>
            <a:pathLst>
              <a:path w="61436" h="88868">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1" name="Google Shape;291;p1">
            <a:extLst>
              <a:ext uri="{FF2B5EF4-FFF2-40B4-BE49-F238E27FC236}">
                <a16:creationId xmlns:a16="http://schemas.microsoft.com/office/drawing/2014/main" id="{83410238-6BC5-4478-ADCD-2E136613FD1F}"/>
              </a:ext>
            </a:extLst>
          </p:cNvPr>
          <p:cNvSpPr>
            <a:spLocks noGrp="1"/>
          </p:cNvSpPr>
          <p:nvPr/>
        </p:nvSpPr>
        <p:spPr>
          <a:xfrm>
            <a:off x="9470762" y="2775055"/>
            <a:ext cx="219000" cy="126093"/>
          </a:xfrm>
          <a:custGeom>
            <a:avLst/>
            <a:gdLst/>
            <a:ahLst/>
            <a:cxnLst/>
            <a:rect l="l" t="t" r="r" b="b"/>
            <a:pathLst>
              <a:path w="303199" h="17450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2" name="Google Shape;292;p1">
            <a:extLst>
              <a:ext uri="{FF2B5EF4-FFF2-40B4-BE49-F238E27FC236}">
                <a16:creationId xmlns:a16="http://schemas.microsoft.com/office/drawing/2014/main" id="{A7867B59-2BF8-4FDA-884A-7ED2E95F6E0E}"/>
              </a:ext>
            </a:extLst>
          </p:cNvPr>
          <p:cNvSpPr>
            <a:spLocks noGrp="1"/>
          </p:cNvSpPr>
          <p:nvPr/>
        </p:nvSpPr>
        <p:spPr>
          <a:xfrm>
            <a:off x="9573054" y="2806236"/>
            <a:ext cx="57186" cy="33105"/>
          </a:xfrm>
          <a:custGeom>
            <a:avLst/>
            <a:gdLst/>
            <a:ahLst/>
            <a:cxnLst/>
            <a:rect l="l" t="t" r="r" b="b"/>
            <a:pathLst>
              <a:path w="79173" h="45815">
                <a:moveTo>
                  <a:pt x="79174" y="29242"/>
                </a:moveTo>
                <a:lnTo>
                  <a:pt x="50660" y="45815"/>
                </a:lnTo>
                <a:lnTo>
                  <a:pt x="0" y="16478"/>
                </a:lnTo>
                <a:lnTo>
                  <a:pt x="28514" y="0"/>
                </a:lnTo>
                <a:lnTo>
                  <a:pt x="79174" y="29242"/>
                </a:lnTo>
                <a:close/>
              </a:path>
            </a:pathLst>
          </a:custGeom>
          <a:solidFill>
            <a:srgbClr val="000000">
              <a:alpha val="14117"/>
            </a:srgbClr>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3" name="Google Shape;293;p1">
            <a:extLst>
              <a:ext uri="{FF2B5EF4-FFF2-40B4-BE49-F238E27FC236}">
                <a16:creationId xmlns:a16="http://schemas.microsoft.com/office/drawing/2014/main" id="{90BE9CE2-AF0F-4DA9-8BC8-198044A0A6B9}"/>
              </a:ext>
            </a:extLst>
          </p:cNvPr>
          <p:cNvSpPr>
            <a:spLocks noGrp="1"/>
          </p:cNvSpPr>
          <p:nvPr/>
        </p:nvSpPr>
        <p:spPr>
          <a:xfrm>
            <a:off x="9470756" y="2820690"/>
            <a:ext cx="219008" cy="85477"/>
          </a:xfrm>
          <a:custGeom>
            <a:avLst/>
            <a:gdLst/>
            <a:ahLst/>
            <a:cxnLst/>
            <a:rect l="l" t="t" r="r" b="b"/>
            <a:pathLst>
              <a:path w="303209" h="118292">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4" name="Google Shape;294;p1">
            <a:extLst>
              <a:ext uri="{FF2B5EF4-FFF2-40B4-BE49-F238E27FC236}">
                <a16:creationId xmlns:a16="http://schemas.microsoft.com/office/drawing/2014/main" id="{6E8339E2-4856-4A48-ACC0-A07CB86911F8}"/>
              </a:ext>
            </a:extLst>
          </p:cNvPr>
          <p:cNvSpPr>
            <a:spLocks noGrp="1"/>
          </p:cNvSpPr>
          <p:nvPr/>
        </p:nvSpPr>
        <p:spPr>
          <a:xfrm>
            <a:off x="9450759" y="2726328"/>
            <a:ext cx="156827" cy="176545"/>
          </a:xfrm>
          <a:custGeom>
            <a:avLst/>
            <a:gdLst/>
            <a:ahLst/>
            <a:cxnLst/>
            <a:rect l="l" t="t" r="r" b="b"/>
            <a:pathLst>
              <a:path w="217122" h="24432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5" name="Google Shape;295;p1">
            <a:extLst>
              <a:ext uri="{FF2B5EF4-FFF2-40B4-BE49-F238E27FC236}">
                <a16:creationId xmlns:a16="http://schemas.microsoft.com/office/drawing/2014/main" id="{84A735C5-A519-49C4-BD72-3103426B4415}"/>
              </a:ext>
            </a:extLst>
          </p:cNvPr>
          <p:cNvSpPr>
            <a:spLocks noGrp="1"/>
          </p:cNvSpPr>
          <p:nvPr/>
        </p:nvSpPr>
        <p:spPr>
          <a:xfrm>
            <a:off x="9453324" y="2724951"/>
            <a:ext cx="156321" cy="177299"/>
          </a:xfrm>
          <a:custGeom>
            <a:avLst/>
            <a:gdLst/>
            <a:ahLst/>
            <a:cxnLst/>
            <a:rect l="l" t="t" r="r" b="b"/>
            <a:pathLst>
              <a:path w="216421" h="245364">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6" name="Google Shape;296;p1">
            <a:extLst>
              <a:ext uri="{FF2B5EF4-FFF2-40B4-BE49-F238E27FC236}">
                <a16:creationId xmlns:a16="http://schemas.microsoft.com/office/drawing/2014/main" id="{ADFF4494-02A3-441E-AA9A-9A1C10B839BE}"/>
              </a:ext>
            </a:extLst>
          </p:cNvPr>
          <p:cNvSpPr>
            <a:spLocks noGrp="1"/>
          </p:cNvSpPr>
          <p:nvPr/>
        </p:nvSpPr>
        <p:spPr>
          <a:xfrm flipH="1">
            <a:off x="-20432" y="2587015"/>
            <a:ext cx="114539" cy="321870"/>
          </a:xfrm>
          <a:custGeom>
            <a:avLst/>
            <a:gdLst/>
            <a:ahLst/>
            <a:cxnLst/>
            <a:rect l="l" t="t" r="r" b="b"/>
            <a:pathLst>
              <a:path w="143174" h="402337">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7" name="Google Shape;297;p1">
            <a:extLst>
              <a:ext uri="{FF2B5EF4-FFF2-40B4-BE49-F238E27FC236}">
                <a16:creationId xmlns:a16="http://schemas.microsoft.com/office/drawing/2014/main" id="{3CE75537-3439-4AF8-8178-777386023981}"/>
              </a:ext>
            </a:extLst>
          </p:cNvPr>
          <p:cNvSpPr>
            <a:spLocks noGrp="1"/>
          </p:cNvSpPr>
          <p:nvPr/>
        </p:nvSpPr>
        <p:spPr>
          <a:xfrm flipH="1">
            <a:off x="-15645" y="2583378"/>
            <a:ext cx="66218" cy="90245"/>
          </a:xfrm>
          <a:custGeom>
            <a:avLst/>
            <a:gdLst/>
            <a:ahLst/>
            <a:cxnLst/>
            <a:rect l="l" t="t" r="r" b="b"/>
            <a:pathLst>
              <a:path w="82772" h="112806">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endParaRPr>
          </a:p>
        </p:txBody>
      </p:sp>
      <p:sp>
        <p:nvSpPr>
          <p:cNvPr id="298" name="Google Shape;298;p1">
            <a:extLst>
              <a:ext uri="{FF2B5EF4-FFF2-40B4-BE49-F238E27FC236}">
                <a16:creationId xmlns:a16="http://schemas.microsoft.com/office/drawing/2014/main" id="{F4600E9E-84DC-4BFD-9303-FA036007374C}"/>
              </a:ext>
            </a:extLst>
          </p:cNvPr>
          <p:cNvSpPr>
            <a:spLocks noGrp="1"/>
          </p:cNvSpPr>
          <p:nvPr>
            <p:ph type="ctrTitle"/>
          </p:nvPr>
        </p:nvSpPr>
        <p:spPr>
          <a:xfrm>
            <a:off x="895349" y="1647825"/>
            <a:ext cx="5390986" cy="2095500"/>
          </a:xfrm>
          <a:prstGeom prst="rect">
            <a:avLst/>
          </a:prstGeom>
          <a:noFill/>
          <a:ln>
            <a:noFill/>
          </a:ln>
        </p:spPr>
        <p:txBody>
          <a:bodyPr spcFirstLastPara="1" wrap="square" lIns="0" tIns="0" rIns="0" bIns="0" anchor="t">
            <a:noAutofit/>
          </a:bodyPr>
          <a:lstStyle>
            <a:defPPr algn="l">
              <a:defRPr sz="1900" b="1">
                <a:solidFill>
                  <a:srgbClr val="007BB9"/>
                </a:solidFill>
                <a:latin typeface="Arial"/>
                <a:ea typeface="Arial"/>
                <a:cs typeface="Arial"/>
              </a:defRPr>
            </a:defPPr>
          </a:lstStyle>
          <a:p>
            <a:pPr marL="0" indent="0" algn="l">
              <a:spcBef>
                <a:spcPts val="0"/>
              </a:spcBef>
              <a:spcAft>
                <a:spcPts val="0"/>
              </a:spcAft>
              <a:defRPr sz="1900" b="1">
                <a:solidFill>
                  <a:srgbClr val="007BB9"/>
                </a:solidFill>
                <a:latin typeface="Arial"/>
                <a:ea typeface="Arial"/>
                <a:cs typeface="Arial"/>
              </a:defRPr>
            </a:pPr>
            <a:r>
              <a:rPr sz="1900" b="1" dirty="0" err="1">
                <a:solidFill>
                  <a:srgbClr val="007BB9"/>
                </a:solidFill>
                <a:latin typeface="Arial"/>
                <a:ea typeface="Arial"/>
                <a:cs typeface="Arial"/>
              </a:rPr>
              <a:t>Sistem</a:t>
            </a:r>
            <a:r>
              <a:rPr sz="1900" b="1" dirty="0">
                <a:solidFill>
                  <a:srgbClr val="007BB9"/>
                </a:solidFill>
                <a:latin typeface="Arial"/>
                <a:ea typeface="Arial"/>
                <a:cs typeface="Arial"/>
              </a:rPr>
              <a:t> </a:t>
            </a:r>
            <a:r>
              <a:rPr sz="1900" b="1" dirty="0" err="1">
                <a:solidFill>
                  <a:srgbClr val="007BB9"/>
                </a:solidFill>
                <a:latin typeface="Arial"/>
                <a:ea typeface="Arial"/>
                <a:cs typeface="Arial"/>
              </a:rPr>
              <a:t>Informasi</a:t>
            </a:r>
            <a:r>
              <a:rPr sz="1900" b="1" dirty="0">
                <a:solidFill>
                  <a:srgbClr val="007BB9"/>
                </a:solidFill>
                <a:latin typeface="Arial"/>
                <a:ea typeface="Arial"/>
                <a:cs typeface="Arial"/>
              </a:rPr>
              <a:t> </a:t>
            </a:r>
            <a:r>
              <a:rPr sz="1900" b="1" dirty="0" err="1">
                <a:solidFill>
                  <a:srgbClr val="007BB9"/>
                </a:solidFill>
                <a:latin typeface="Arial"/>
                <a:ea typeface="Arial"/>
                <a:cs typeface="Arial"/>
              </a:rPr>
              <a:t>Profil</a:t>
            </a:r>
            <a:r>
              <a:rPr sz="1900" b="1" dirty="0">
                <a:solidFill>
                  <a:srgbClr val="007BB9"/>
                </a:solidFill>
                <a:latin typeface="Arial"/>
                <a:ea typeface="Arial"/>
                <a:cs typeface="Arial"/>
              </a:rPr>
              <a:t> dan</a:t>
            </a:r>
          </a:p>
          <a:p>
            <a:pPr marL="0" indent="0" algn="l">
              <a:spcBef>
                <a:spcPts val="0"/>
              </a:spcBef>
              <a:spcAft>
                <a:spcPts val="0"/>
              </a:spcAft>
              <a:defRPr sz="1900" b="1">
                <a:solidFill>
                  <a:srgbClr val="007BB9"/>
                </a:solidFill>
                <a:latin typeface="Arial"/>
                <a:ea typeface="Arial"/>
                <a:cs typeface="Arial"/>
              </a:defRPr>
            </a:pPr>
            <a:r>
              <a:rPr sz="1900" b="1" dirty="0" err="1">
                <a:solidFill>
                  <a:srgbClr val="007BB9"/>
                </a:solidFill>
                <a:latin typeface="Arial"/>
                <a:ea typeface="Arial"/>
                <a:cs typeface="Arial"/>
              </a:rPr>
              <a:t>Pengelolaan</a:t>
            </a:r>
            <a:r>
              <a:rPr sz="1900" b="1" dirty="0">
                <a:solidFill>
                  <a:srgbClr val="007BB9"/>
                </a:solidFill>
                <a:latin typeface="Arial"/>
                <a:ea typeface="Arial"/>
                <a:cs typeface="Arial"/>
              </a:rPr>
              <a:t> </a:t>
            </a:r>
            <a:r>
              <a:rPr sz="1900" b="1" dirty="0" err="1">
                <a:solidFill>
                  <a:srgbClr val="007BB9"/>
                </a:solidFill>
                <a:latin typeface="Arial"/>
                <a:ea typeface="Arial"/>
                <a:cs typeface="Arial"/>
              </a:rPr>
              <a:t>Donasi</a:t>
            </a:r>
            <a:r>
              <a:rPr sz="1900" b="1" dirty="0">
                <a:solidFill>
                  <a:srgbClr val="007BB9"/>
                </a:solidFill>
                <a:latin typeface="Arial"/>
                <a:ea typeface="Arial"/>
                <a:cs typeface="Arial"/>
              </a:rPr>
              <a:t> </a:t>
            </a:r>
            <a:r>
              <a:rPr sz="1900" b="1" dirty="0" err="1">
                <a:solidFill>
                  <a:srgbClr val="007BB9"/>
                </a:solidFill>
                <a:latin typeface="Arial"/>
                <a:ea typeface="Arial"/>
                <a:cs typeface="Arial"/>
              </a:rPr>
              <a:t>serta</a:t>
            </a:r>
            <a:r>
              <a:rPr sz="1900" b="1" dirty="0">
                <a:solidFill>
                  <a:srgbClr val="007BB9"/>
                </a:solidFill>
                <a:latin typeface="Arial"/>
                <a:ea typeface="Arial"/>
                <a:cs typeface="Arial"/>
              </a:rPr>
              <a:t> </a:t>
            </a:r>
            <a:r>
              <a:rPr sz="1900" b="1" dirty="0" err="1">
                <a:solidFill>
                  <a:srgbClr val="007BB9"/>
                </a:solidFill>
                <a:latin typeface="Arial"/>
                <a:ea typeface="Arial"/>
                <a:cs typeface="Arial"/>
              </a:rPr>
              <a:t>Bantuan</a:t>
            </a:r>
            <a:endParaRPr sz="1900" b="1" dirty="0">
              <a:solidFill>
                <a:srgbClr val="007BB9"/>
              </a:solidFill>
              <a:latin typeface="Arial"/>
              <a:ea typeface="Arial"/>
              <a:cs typeface="Arial"/>
            </a:endParaRPr>
          </a:p>
          <a:p>
            <a:pPr marL="0" indent="0" algn="l">
              <a:spcBef>
                <a:spcPts val="0"/>
              </a:spcBef>
              <a:spcAft>
                <a:spcPts val="0"/>
              </a:spcAft>
              <a:defRPr sz="1900" b="1">
                <a:solidFill>
                  <a:srgbClr val="007BB9"/>
                </a:solidFill>
                <a:latin typeface="Arial"/>
                <a:ea typeface="Arial"/>
                <a:cs typeface="Arial"/>
              </a:defRPr>
            </a:pPr>
            <a:r>
              <a:rPr sz="1900" b="1" dirty="0" err="1">
                <a:solidFill>
                  <a:srgbClr val="007BB9"/>
                </a:solidFill>
                <a:latin typeface="Arial"/>
                <a:ea typeface="Arial"/>
                <a:cs typeface="Arial"/>
              </a:rPr>
              <a:t>Terintegrasi</a:t>
            </a:r>
            <a:r>
              <a:rPr sz="1900" b="1" dirty="0">
                <a:solidFill>
                  <a:srgbClr val="007BB9"/>
                </a:solidFill>
                <a:latin typeface="Arial"/>
                <a:ea typeface="Arial"/>
                <a:cs typeface="Arial"/>
              </a:rPr>
              <a:t> Payment Gateway</a:t>
            </a:r>
          </a:p>
          <a:p>
            <a:pPr marL="0" indent="0" algn="l">
              <a:spcBef>
                <a:spcPts val="0"/>
              </a:spcBef>
              <a:spcAft>
                <a:spcPts val="0"/>
              </a:spcAft>
              <a:defRPr sz="1900" b="1">
                <a:solidFill>
                  <a:srgbClr val="007BB9"/>
                </a:solidFill>
                <a:latin typeface="Arial"/>
                <a:ea typeface="Arial"/>
                <a:cs typeface="Arial"/>
              </a:defRPr>
            </a:pPr>
            <a:r>
              <a:rPr sz="1900" b="1" dirty="0">
                <a:solidFill>
                  <a:srgbClr val="007BB9"/>
                </a:solidFill>
                <a:latin typeface="Arial"/>
                <a:ea typeface="Arial"/>
                <a:cs typeface="Arial"/>
              </a:rPr>
              <a:t>dan WhatsApp Gateway pada</a:t>
            </a:r>
          </a:p>
          <a:p>
            <a:pPr marL="0" indent="0" algn="l">
              <a:spcBef>
                <a:spcPts val="0"/>
              </a:spcBef>
              <a:spcAft>
                <a:spcPts val="0"/>
              </a:spcAft>
              <a:defRPr sz="1900" b="1">
                <a:solidFill>
                  <a:srgbClr val="007BB9"/>
                </a:solidFill>
                <a:latin typeface="Arial"/>
                <a:ea typeface="Arial"/>
                <a:cs typeface="Arial"/>
              </a:defRPr>
            </a:pPr>
            <a:r>
              <a:rPr sz="1900" b="1" dirty="0" err="1">
                <a:solidFill>
                  <a:srgbClr val="007BB9"/>
                </a:solidFill>
                <a:latin typeface="Arial"/>
                <a:ea typeface="Arial"/>
                <a:cs typeface="Arial"/>
              </a:rPr>
              <a:t>Panti</a:t>
            </a:r>
            <a:r>
              <a:rPr sz="1900" b="1" dirty="0">
                <a:solidFill>
                  <a:srgbClr val="007BB9"/>
                </a:solidFill>
                <a:latin typeface="Arial"/>
                <a:ea typeface="Arial"/>
                <a:cs typeface="Arial"/>
              </a:rPr>
              <a:t> </a:t>
            </a:r>
            <a:r>
              <a:rPr sz="1900" b="1" dirty="0" err="1">
                <a:solidFill>
                  <a:srgbClr val="007BB9"/>
                </a:solidFill>
                <a:latin typeface="Arial"/>
                <a:ea typeface="Arial"/>
                <a:cs typeface="Arial"/>
              </a:rPr>
              <a:t>Asuhan</a:t>
            </a:r>
            <a:r>
              <a:rPr sz="1900" b="1" dirty="0">
                <a:solidFill>
                  <a:srgbClr val="007BB9"/>
                </a:solidFill>
                <a:latin typeface="Arial"/>
                <a:ea typeface="Arial"/>
                <a:cs typeface="Arial"/>
              </a:rPr>
              <a:t> NU An-</a:t>
            </a:r>
            <a:r>
              <a:rPr sz="1900" b="1" dirty="0" err="1">
                <a:solidFill>
                  <a:srgbClr val="007BB9"/>
                </a:solidFill>
                <a:latin typeface="Arial"/>
                <a:ea typeface="Arial"/>
                <a:cs typeface="Arial"/>
              </a:rPr>
              <a:t>Nuur</a:t>
            </a:r>
            <a:r>
              <a:rPr sz="1900" b="1" dirty="0">
                <a:solidFill>
                  <a:srgbClr val="007BB9"/>
                </a:solidFill>
                <a:latin typeface="Arial"/>
                <a:ea typeface="Arial"/>
                <a:cs typeface="Arial"/>
              </a:rPr>
              <a:t> 2</a:t>
            </a:r>
          </a:p>
          <a:p>
            <a:pPr marL="0" indent="0" algn="l">
              <a:spcBef>
                <a:spcPts val="0"/>
              </a:spcBef>
              <a:spcAft>
                <a:spcPts val="0"/>
              </a:spcAft>
              <a:defRPr sz="1900" b="1">
                <a:solidFill>
                  <a:srgbClr val="007BB9"/>
                </a:solidFill>
                <a:latin typeface="Arial"/>
                <a:ea typeface="Arial"/>
                <a:cs typeface="Arial"/>
              </a:defRPr>
            </a:pPr>
            <a:r>
              <a:rPr sz="1900" b="1" dirty="0">
                <a:solidFill>
                  <a:srgbClr val="007BB9"/>
                </a:solidFill>
                <a:latin typeface="Arial"/>
                <a:ea typeface="Arial"/>
                <a:cs typeface="Arial"/>
              </a:rPr>
              <a:t>Kota Kediri</a:t>
            </a:r>
          </a:p>
        </p:txBody>
      </p:sp>
      <p:sp>
        <p:nvSpPr>
          <p:cNvPr id="299" name="Google Shape;299;p1">
            <a:extLst>
              <a:ext uri="{FF2B5EF4-FFF2-40B4-BE49-F238E27FC236}">
                <a16:creationId xmlns:a16="http://schemas.microsoft.com/office/drawing/2014/main" id="{EB758CDA-9FA3-4E06-A17F-6DD1C812186D}"/>
              </a:ext>
            </a:extLst>
          </p:cNvPr>
          <p:cNvSpPr>
            <a:spLocks noGrp="1"/>
          </p:cNvSpPr>
          <p:nvPr/>
        </p:nvSpPr>
        <p:spPr>
          <a:xfrm>
            <a:off x="895350" y="3667125"/>
            <a:ext cx="4191000" cy="487680"/>
          </a:xfrm>
          <a:prstGeom prst="rect">
            <a:avLst/>
          </a:prstGeom>
          <a:noFill/>
          <a:ln>
            <a:noFill/>
          </a:ln>
        </p:spPr>
        <p:txBody>
          <a:bodyPr spcFirstLastPara="1" wrap="square" lIns="0" tIns="0" rIns="0" bIns="0" anchor="t">
            <a:spAutoFit/>
          </a:bodyPr>
          <a:lstStyle>
            <a:defPPr algn="l">
              <a:defRPr sz="1600" b="0">
                <a:solidFill>
                  <a:srgbClr val="000000"/>
                </a:solidFill>
                <a:latin typeface="Arial"/>
                <a:ea typeface="Arial"/>
                <a:cs typeface="Arial"/>
              </a:defRPr>
            </a:defPPr>
          </a:lstStyle>
          <a:p>
            <a:pPr marL="0" indent="0" algn="l">
              <a:spcBef>
                <a:spcPts val="0"/>
              </a:spcBef>
              <a:spcAft>
                <a:spcPts val="0"/>
              </a:spcAft>
              <a:defRPr sz="1600" b="0">
                <a:solidFill>
                  <a:srgbClr val="000000"/>
                </a:solidFill>
                <a:latin typeface="Arial"/>
                <a:ea typeface="Arial"/>
                <a:cs typeface="Arial"/>
              </a:defRPr>
            </a:pPr>
            <a:r>
              <a:rPr sz="1600" b="0" dirty="0">
                <a:solidFill>
                  <a:srgbClr val="000000"/>
                </a:solidFill>
                <a:latin typeface="Arial"/>
                <a:ea typeface="Arial"/>
                <a:cs typeface="Arial"/>
              </a:rPr>
              <a:t>Noor </a:t>
            </a:r>
            <a:r>
              <a:rPr sz="1600" b="0" dirty="0" err="1">
                <a:solidFill>
                  <a:srgbClr val="000000"/>
                </a:solidFill>
                <a:latin typeface="Arial"/>
                <a:ea typeface="Arial"/>
                <a:cs typeface="Arial"/>
              </a:rPr>
              <a:t>Achmad</a:t>
            </a:r>
            <a:r>
              <a:rPr sz="1600" b="0" dirty="0">
                <a:solidFill>
                  <a:srgbClr val="000000"/>
                </a:solidFill>
                <a:latin typeface="Arial"/>
                <a:ea typeface="Arial"/>
                <a:cs typeface="Arial"/>
              </a:rPr>
              <a:t> </a:t>
            </a:r>
            <a:r>
              <a:rPr sz="1600" b="0">
                <a:solidFill>
                  <a:srgbClr val="000000"/>
                </a:solidFill>
                <a:latin typeface="Arial"/>
                <a:ea typeface="Arial"/>
                <a:cs typeface="Arial"/>
              </a:rPr>
              <a:t>Rozaq</a:t>
            </a:r>
            <a:r>
              <a:rPr sz="1600" b="0" dirty="0">
                <a:solidFill>
                  <a:srgbClr val="000000"/>
                </a:solidFill>
                <a:latin typeface="Arial"/>
                <a:ea typeface="Arial"/>
                <a:cs typeface="Arial"/>
              </a:rPr>
              <a:t> </a:t>
            </a:r>
            <a:r>
              <a:rPr sz="1600" b="0" dirty="0" err="1">
                <a:solidFill>
                  <a:srgbClr val="000000"/>
                </a:solidFill>
                <a:latin typeface="Arial"/>
                <a:ea typeface="Arial"/>
                <a:cs typeface="Arial"/>
              </a:rPr>
              <a:t>Ramdhani</a:t>
            </a:r>
            <a:endParaRPr sz="1600" b="0" dirty="0">
              <a:solidFill>
                <a:srgbClr val="000000"/>
              </a:solidFill>
              <a:latin typeface="Arial"/>
              <a:ea typeface="Arial"/>
              <a:cs typeface="Arial"/>
            </a:endParaRPr>
          </a:p>
          <a:p>
            <a:pPr marL="0" indent="0" algn="l">
              <a:spcBef>
                <a:spcPts val="0"/>
              </a:spcBef>
              <a:spcAft>
                <a:spcPts val="0"/>
              </a:spcAft>
              <a:defRPr sz="1600" b="0">
                <a:solidFill>
                  <a:srgbClr val="000000"/>
                </a:solidFill>
                <a:latin typeface="Arial"/>
                <a:ea typeface="Arial"/>
                <a:cs typeface="Arial"/>
              </a:defRPr>
            </a:pPr>
            <a:r>
              <a:rPr sz="1600" b="0" dirty="0">
                <a:solidFill>
                  <a:srgbClr val="000000"/>
                </a:solidFill>
                <a:latin typeface="Arial"/>
                <a:ea typeface="Arial"/>
                <a:cs typeface="Arial"/>
              </a:rPr>
              <a:t>NIM 243107030100</a:t>
            </a:r>
          </a:p>
        </p:txBody>
      </p:sp>
      <p:sp>
        <p:nvSpPr>
          <p:cNvPr id="300" name="Google Shape;300;p1">
            <a:extLst>
              <a:ext uri="{FF2B5EF4-FFF2-40B4-BE49-F238E27FC236}">
                <a16:creationId xmlns:a16="http://schemas.microsoft.com/office/drawing/2014/main" id="{4801A6EC-5EC8-4BDF-AA20-C30ACE7CC07F}"/>
              </a:ext>
            </a:extLst>
          </p:cNvPr>
          <p:cNvSpPr>
            <a:spLocks noGrp="1"/>
          </p:cNvSpPr>
          <p:nvPr/>
        </p:nvSpPr>
        <p:spPr>
          <a:xfrm>
            <a:off x="1076325" y="361167"/>
            <a:ext cx="951980" cy="965545"/>
          </a:xfrm>
          <a:prstGeom prst="rect">
            <a:avLst/>
          </a:prstGeom>
          <a:blipFill rotWithShape="1">
            <a:blip r:embed="rId3">
              <a:alphaModFix/>
            </a:blip>
            <a:stretch>
              <a:fillRect/>
            </a:stretch>
          </a:blip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301" name="Rectangle 300">
            <a:extLst>
              <a:ext uri="{FF2B5EF4-FFF2-40B4-BE49-F238E27FC236}">
                <a16:creationId xmlns:a16="http://schemas.microsoft.com/office/drawing/2014/main" id="{46E8D7C5-D59F-4A2A-BB69-DC348F7D42D3}"/>
              </a:ext>
            </a:extLst>
          </p:cNvPr>
          <p:cNvSpPr>
            <a:spLocks noGrp="1"/>
          </p:cNvSpPr>
          <p:nvPr/>
        </p:nvSpPr>
        <p:spPr>
          <a:xfrm>
            <a:off x="895350" y="1381125"/>
            <a:ext cx="4381500" cy="209550"/>
          </a:xfrm>
          <a:prstGeom prst="rect">
            <a:avLst/>
          </a:prstGeom>
          <a:noFill/>
          <a:ln w="0">
            <a:noFill/>
          </a:ln>
        </p:spPr>
        <p:txBody>
          <a:bodyPr wrap="square" lIns="0" tIns="0" rIns="0" bIns="0" anchor="t"/>
          <a:lstStyle>
            <a:defPPr>
              <a:defRPr sz="1163" b="0">
                <a:solidFill>
                  <a:srgbClr val="3A3F50"/>
                </a:solidFill>
                <a:latin typeface="Arial"/>
                <a:ea typeface="Arial"/>
                <a:cs typeface="Arial"/>
              </a:defRPr>
            </a:defPPr>
          </a:lstStyle>
          <a:p>
            <a:pPr marL="0" indent="0">
              <a:spcBef>
                <a:spcPts val="0"/>
              </a:spcBef>
              <a:spcAft>
                <a:spcPts val="0"/>
              </a:spcAft>
              <a:defRPr sz="1163" b="0">
                <a:solidFill>
                  <a:srgbClr val="3A3F50"/>
                </a:solidFill>
                <a:latin typeface="Arial"/>
                <a:ea typeface="Arial"/>
                <a:cs typeface="Arial"/>
              </a:defRPr>
            </a:pPr>
            <a:r>
              <a:rPr sz="1163" b="0">
                <a:solidFill>
                  <a:srgbClr val="3A3F50"/>
                </a:solidFill>
                <a:latin typeface="Arial"/>
                <a:ea typeface="Arial"/>
                <a:cs typeface="Arial"/>
              </a:rPr>
              <a:t>UJIAN KELAYAKAN JUDUL TUGAS AKHIR</a:t>
            </a:r>
          </a:p>
        </p:txBody>
      </p:sp>
    </p:spTree>
    <p:extLst>
      <p:ext uri="{BB962C8B-B14F-4D97-AF65-F5344CB8AC3E}">
        <p14:creationId xmlns:p14="http://schemas.microsoft.com/office/powerpoint/2010/main" val="564163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Google Shape;305;p2">
            <a:extLst>
              <a:ext uri="{FF2B5EF4-FFF2-40B4-BE49-F238E27FC236}">
                <a16:creationId xmlns:a16="http://schemas.microsoft.com/office/drawing/2014/main" id="{AC53433D-6BB7-487A-91A4-149302370FD6}"/>
              </a:ext>
            </a:extLst>
          </p:cNvPr>
          <p:cNvSpPr>
            <a:spLocks noGrp="1"/>
          </p:cNvSpPr>
          <p:nvPr>
            <p:ph type="body" idx="1"/>
          </p:nvPr>
        </p:nvSpPr>
        <p:spPr>
          <a:xfrm>
            <a:off x="895350" y="1495425"/>
            <a:ext cx="7334250" cy="304800"/>
          </a:xfrm>
          <a:prstGeom prst="rect">
            <a:avLst/>
          </a:prstGeom>
          <a:noFill/>
          <a:ln>
            <a:noFill/>
          </a:ln>
        </p:spPr>
        <p:txBody>
          <a:bodyPr spcFirstLastPara="1" wrap="square" lIns="0" tIns="0" rIns="0" bIns="0" anchor="t">
            <a:noAutofit/>
          </a:bodyPr>
          <a:lstStyle>
            <a:defPPr algn="l">
              <a:defRPr sz="1725" b="1">
                <a:solidFill>
                  <a:srgbClr val="007BB9"/>
                </a:solidFill>
                <a:latin typeface="Arial"/>
                <a:ea typeface="Arial"/>
                <a:cs typeface="Arial"/>
              </a:defRPr>
            </a:defPPr>
          </a:lstStyle>
          <a:p>
            <a:pPr marL="0" indent="0" algn="l">
              <a:spcBef>
                <a:spcPts val="0"/>
              </a:spcBef>
              <a:spcAft>
                <a:spcPts val="0"/>
              </a:spcAft>
              <a:defRPr sz="1725" b="1">
                <a:solidFill>
                  <a:srgbClr val="007BB9"/>
                </a:solidFill>
                <a:latin typeface="Arial"/>
                <a:ea typeface="Arial"/>
                <a:cs typeface="Arial"/>
              </a:defRPr>
            </a:pPr>
            <a:r>
              <a:rPr sz="1725" b="1">
                <a:solidFill>
                  <a:srgbClr val="007BB9"/>
                </a:solidFill>
                <a:latin typeface="Arial"/>
                <a:ea typeface="Arial"/>
                <a:cs typeface="Arial"/>
              </a:rPr>
              <a:t>Kebutuhan awal Panti Asuhan NU An-Nuur 2</a:t>
            </a:r>
          </a:p>
        </p:txBody>
      </p:sp>
      <p:sp>
        <p:nvSpPr>
          <p:cNvPr id="306" name="Google Shape;306;p2">
            <a:extLst>
              <a:ext uri="{FF2B5EF4-FFF2-40B4-BE49-F238E27FC236}">
                <a16:creationId xmlns:a16="http://schemas.microsoft.com/office/drawing/2014/main" id="{AD8CD486-E48D-4D2D-AE36-0FD789D5AF3C}"/>
              </a:ext>
            </a:extLst>
          </p:cNvPr>
          <p:cNvSpPr>
            <a:spLocks noGrp="1"/>
          </p:cNvSpPr>
          <p:nvPr>
            <p:ph type="sldNum" idx="12"/>
          </p:nvPr>
        </p:nvSpPr>
        <p:spPr>
          <a:xfrm>
            <a:off x="8649025" y="4636750"/>
            <a:ext cx="456900" cy="468600"/>
          </a:xfrm>
          <a:prstGeom prst="rect">
            <a:avLst/>
          </a:prstGeom>
          <a:noFill/>
          <a:ln>
            <a:noFill/>
          </a:ln>
        </p:spPr>
        <p:txBody>
          <a:bodyPr spcFirstLastPara="1" wrap="square" lIns="0" tIns="0" rIns="0" bIns="0" anchor="b">
            <a:noAutofit/>
          </a:bodyPr>
          <a:lstStyle/>
          <a:p>
            <a:pPr marL="0" lvl="0" indent="0" algn="r">
              <a:lnSpc>
                <a:spcPct val="100000"/>
              </a:lnSpc>
              <a:spcBef>
                <a:spcPts val="0"/>
              </a:spcBef>
              <a:spcAft>
                <a:spcPts val="0"/>
              </a:spcAft>
              <a:buSzPts val="1200"/>
              <a:buNone/>
            </a:pPr>
            <a:fld id="{00000000-1234-1234-1234-123412341234}" type="slidenum">
              <a:t>2</a:t>
            </a:fld>
            <a:endParaRPr/>
          </a:p>
        </p:txBody>
      </p:sp>
      <p:sp>
        <p:nvSpPr>
          <p:cNvPr id="307" name="Google Shape;307;p2">
            <a:extLst>
              <a:ext uri="{FF2B5EF4-FFF2-40B4-BE49-F238E27FC236}">
                <a16:creationId xmlns:a16="http://schemas.microsoft.com/office/drawing/2014/main" id="{14249500-EB26-421F-8EC6-BEACF19A9E96}"/>
              </a:ext>
            </a:extLst>
          </p:cNvPr>
          <p:cNvSpPr>
            <a:spLocks noGrp="1"/>
          </p:cNvSpPr>
          <p:nvPr/>
        </p:nvSpPr>
        <p:spPr>
          <a:xfrm>
            <a:off x="8073308" y="190340"/>
            <a:ext cx="804167" cy="807891"/>
          </a:xfrm>
          <a:prstGeom prst="rect">
            <a:avLst/>
          </a:prstGeom>
          <a:blipFill rotWithShape="1">
            <a:blip r:embed="rId3">
              <a:alphaModFix/>
            </a:blip>
            <a:stretch>
              <a:fillRect/>
            </a:stretch>
          </a:blip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308" name="Google Shape;308;p2">
            <a:extLst>
              <a:ext uri="{FF2B5EF4-FFF2-40B4-BE49-F238E27FC236}">
                <a16:creationId xmlns:a16="http://schemas.microsoft.com/office/drawing/2014/main" id="{C3817D0A-5D37-4837-9713-521D7DE21E07}"/>
              </a:ext>
            </a:extLst>
          </p:cNvPr>
          <p:cNvSpPr>
            <a:spLocks noGrp="1"/>
          </p:cNvSpPr>
          <p:nvPr/>
        </p:nvSpPr>
        <p:spPr>
          <a:xfrm>
            <a:off x="671016" y="589114"/>
            <a:ext cx="5685300" cy="586500"/>
          </a:xfrm>
          <a:prstGeom prst="rect">
            <a:avLst/>
          </a:prstGeom>
          <a:solidFill>
            <a:schemeClr val="accent1"/>
          </a:solidFill>
          <a:ln w="25400" cap="flat" cmpd="sng">
            <a:solidFill>
              <a:srgbClr val="0084A1"/>
            </a:solidFill>
            <a:prstDash val="solid"/>
            <a:round/>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2800"/>
              <a:buFont typeface="Arial"/>
              <a:buNone/>
            </a:pPr>
            <a:r>
              <a:rPr sz="2800" b="1">
                <a:solidFill>
                  <a:srgbClr val="FFFFFF"/>
                </a:solidFill>
              </a:rPr>
              <a:t>PERMASALAHAN </a:t>
            </a:r>
            <a:endParaRPr sz="1400" b="0" i="0" u="none" strike="noStrike" cap="none">
              <a:solidFill>
                <a:srgbClr val="000000"/>
              </a:solidFill>
              <a:latin typeface="Arial"/>
              <a:ea typeface="Arial"/>
              <a:cs typeface="Arial"/>
            </a:endParaRPr>
          </a:p>
        </p:txBody>
      </p:sp>
      <p:sp>
        <p:nvSpPr>
          <p:cNvPr id="309" name="Rectangle 308">
            <a:extLst>
              <a:ext uri="{FF2B5EF4-FFF2-40B4-BE49-F238E27FC236}">
                <a16:creationId xmlns:a16="http://schemas.microsoft.com/office/drawing/2014/main" id="{E8D6FE76-1286-4E81-84BE-13CE565F2379}"/>
              </a:ext>
            </a:extLst>
          </p:cNvPr>
          <p:cNvSpPr>
            <a:spLocks noGrp="1"/>
          </p:cNvSpPr>
          <p:nvPr/>
        </p:nvSpPr>
        <p:spPr>
          <a:xfrm>
            <a:off x="895350" y="1990725"/>
            <a:ext cx="7429500" cy="46672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1. Masyarakat membutuhkan akses ke profil, kegiatan, dan kebutuhan panti.</a:t>
            </a:r>
          </a:p>
        </p:txBody>
      </p:sp>
      <p:sp>
        <p:nvSpPr>
          <p:cNvPr id="310" name="Rectangle 309">
            <a:extLst>
              <a:ext uri="{FF2B5EF4-FFF2-40B4-BE49-F238E27FC236}">
                <a16:creationId xmlns:a16="http://schemas.microsoft.com/office/drawing/2014/main" id="{5CC84984-40DC-4C5A-841E-B4999B994B8A}"/>
              </a:ext>
            </a:extLst>
          </p:cNvPr>
          <p:cNvSpPr>
            <a:spLocks noGrp="1"/>
          </p:cNvSpPr>
          <p:nvPr/>
        </p:nvSpPr>
        <p:spPr>
          <a:xfrm>
            <a:off x="895350" y="2476500"/>
            <a:ext cx="7429500" cy="46672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2. Pengurus membutuhkan pencatatan donasi dan bantuan yang terstruktur.</a:t>
            </a:r>
          </a:p>
        </p:txBody>
      </p:sp>
      <p:sp>
        <p:nvSpPr>
          <p:cNvPr id="311" name="Rectangle 310">
            <a:extLst>
              <a:ext uri="{FF2B5EF4-FFF2-40B4-BE49-F238E27FC236}">
                <a16:creationId xmlns:a16="http://schemas.microsoft.com/office/drawing/2014/main" id="{3A442CE4-2AAF-43F7-89F2-10A6DDD6B822}"/>
              </a:ext>
            </a:extLst>
          </p:cNvPr>
          <p:cNvSpPr>
            <a:spLocks noGrp="1"/>
          </p:cNvSpPr>
          <p:nvPr/>
        </p:nvSpPr>
        <p:spPr>
          <a:xfrm>
            <a:off x="895350" y="2962275"/>
            <a:ext cx="7429500" cy="46672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3. Donatur membutuhkan pembayaran digital dan informasi status transaksi.</a:t>
            </a:r>
          </a:p>
        </p:txBody>
      </p:sp>
      <p:sp>
        <p:nvSpPr>
          <p:cNvPr id="312" name="Rectangle 311">
            <a:extLst>
              <a:ext uri="{FF2B5EF4-FFF2-40B4-BE49-F238E27FC236}">
                <a16:creationId xmlns:a16="http://schemas.microsoft.com/office/drawing/2014/main" id="{8ECE5496-2AA7-4643-B314-ABB834C8EEE2}"/>
              </a:ext>
            </a:extLst>
          </p:cNvPr>
          <p:cNvSpPr>
            <a:spLocks noGrp="1"/>
          </p:cNvSpPr>
          <p:nvPr/>
        </p:nvSpPr>
        <p:spPr>
          <a:xfrm>
            <a:off x="895350" y="3448050"/>
            <a:ext cx="7429500" cy="46672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4. Pengurus perlu mengelola jadwal kunjungan dan konfirmasi kepada tamu.</a:t>
            </a:r>
          </a:p>
        </p:txBody>
      </p:sp>
      <p:sp>
        <p:nvSpPr>
          <p:cNvPr id="313" name="Rectangle 312">
            <a:extLst>
              <a:ext uri="{FF2B5EF4-FFF2-40B4-BE49-F238E27FC236}">
                <a16:creationId xmlns:a16="http://schemas.microsoft.com/office/drawing/2014/main" id="{148FF134-4691-4361-B2D5-8922BEB0675D}"/>
              </a:ext>
            </a:extLst>
          </p:cNvPr>
          <p:cNvSpPr>
            <a:spLocks noGrp="1"/>
          </p:cNvSpPr>
          <p:nvPr/>
        </p:nvSpPr>
        <p:spPr>
          <a:xfrm>
            <a:off x="895350" y="3933825"/>
            <a:ext cx="7429500" cy="46672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5. Pengurus membutuhkan rekap donasi, bantuan, dan kunjungan per periode.</a:t>
            </a:r>
          </a:p>
        </p:txBody>
      </p:sp>
      <p:sp>
        <p:nvSpPr>
          <p:cNvPr id="314" name="Rectangle 313">
            <a:extLst>
              <a:ext uri="{FF2B5EF4-FFF2-40B4-BE49-F238E27FC236}">
                <a16:creationId xmlns:a16="http://schemas.microsoft.com/office/drawing/2014/main" id="{DF768835-6D85-42EE-A59B-EBBB3F86FBEF}"/>
              </a:ext>
            </a:extLst>
          </p:cNvPr>
          <p:cNvSpPr>
            <a:spLocks noGrp="1"/>
          </p:cNvSpPr>
          <p:nvPr/>
        </p:nvSpPr>
        <p:spPr>
          <a:xfrm>
            <a:off x="895350" y="4552950"/>
            <a:ext cx="7334250" cy="228600"/>
          </a:xfrm>
          <a:prstGeom prst="rect">
            <a:avLst/>
          </a:prstGeom>
          <a:noFill/>
          <a:ln w="0">
            <a:noFill/>
          </a:ln>
        </p:spPr>
        <p:txBody>
          <a:bodyPr wrap="square" lIns="0" tIns="0" rIns="0" bIns="0" anchor="t"/>
          <a:lstStyle>
            <a:defPPr>
              <a:defRPr sz="1200" b="0">
                <a:solidFill>
                  <a:srgbClr val="3A3F50"/>
                </a:solidFill>
                <a:latin typeface="Arial"/>
                <a:ea typeface="Arial"/>
                <a:cs typeface="Arial"/>
              </a:defRPr>
            </a:defPPr>
          </a:lstStyle>
          <a:p>
            <a:pPr marL="0" indent="0">
              <a:spcBef>
                <a:spcPts val="0"/>
              </a:spcBef>
              <a:spcAft>
                <a:spcPts val="0"/>
              </a:spcAft>
              <a:defRPr sz="1200" b="0">
                <a:solidFill>
                  <a:srgbClr val="3A3F50"/>
                </a:solidFill>
                <a:latin typeface="Arial"/>
                <a:ea typeface="Arial"/>
                <a:cs typeface="Arial"/>
              </a:defRPr>
            </a:pPr>
            <a:r>
              <a:rPr sz="1200" b="0" dirty="0" err="1">
                <a:solidFill>
                  <a:srgbClr val="3A3F50"/>
                </a:solidFill>
                <a:latin typeface="Arial"/>
                <a:ea typeface="Arial"/>
                <a:cs typeface="Arial"/>
              </a:rPr>
              <a:t>Kebutuhan</a:t>
            </a:r>
            <a:r>
              <a:rPr sz="1200" b="0" dirty="0">
                <a:solidFill>
                  <a:srgbClr val="3A3F50"/>
                </a:solidFill>
                <a:latin typeface="Arial"/>
                <a:ea typeface="Arial"/>
                <a:cs typeface="Arial"/>
              </a:rPr>
              <a:t> </a:t>
            </a:r>
            <a:r>
              <a:rPr sz="1200" b="0" dirty="0" err="1">
                <a:solidFill>
                  <a:srgbClr val="3A3F50"/>
                </a:solidFill>
                <a:latin typeface="Arial"/>
                <a:ea typeface="Arial"/>
                <a:cs typeface="Arial"/>
              </a:rPr>
              <a:t>awal</a:t>
            </a:r>
            <a:r>
              <a:rPr sz="1200" b="0" dirty="0">
                <a:solidFill>
                  <a:srgbClr val="3A3F50"/>
                </a:solidFill>
                <a:latin typeface="Arial"/>
                <a:ea typeface="Arial"/>
                <a:cs typeface="Arial"/>
              </a:rPr>
              <a:t> </a:t>
            </a:r>
            <a:r>
              <a:rPr sz="1200" b="0" dirty="0" err="1">
                <a:solidFill>
                  <a:srgbClr val="3A3F50"/>
                </a:solidFill>
                <a:latin typeface="Arial"/>
                <a:ea typeface="Arial"/>
                <a:cs typeface="Arial"/>
              </a:rPr>
              <a:t>ini</a:t>
            </a:r>
            <a:r>
              <a:rPr sz="1200" b="0" dirty="0">
                <a:solidFill>
                  <a:srgbClr val="3A3F50"/>
                </a:solidFill>
                <a:latin typeface="Arial"/>
                <a:ea typeface="Arial"/>
                <a:cs typeface="Arial"/>
              </a:rPr>
              <a:t> </a:t>
            </a:r>
            <a:r>
              <a:rPr sz="1200" b="0" dirty="0" err="1">
                <a:solidFill>
                  <a:srgbClr val="3A3F50"/>
                </a:solidFill>
                <a:latin typeface="Arial"/>
                <a:ea typeface="Arial"/>
                <a:cs typeface="Arial"/>
              </a:rPr>
              <a:t>perlu</a:t>
            </a:r>
            <a:r>
              <a:rPr sz="1200" b="0" dirty="0">
                <a:solidFill>
                  <a:srgbClr val="3A3F50"/>
                </a:solidFill>
                <a:latin typeface="Arial"/>
                <a:ea typeface="Arial"/>
                <a:cs typeface="Arial"/>
              </a:rPr>
              <a:t> </a:t>
            </a:r>
            <a:r>
              <a:rPr sz="1200" b="0" dirty="0" err="1">
                <a:solidFill>
                  <a:srgbClr val="3A3F50"/>
                </a:solidFill>
                <a:latin typeface="Arial"/>
                <a:ea typeface="Arial"/>
                <a:cs typeface="Arial"/>
              </a:rPr>
              <a:t>dikonfirmasi</a:t>
            </a:r>
            <a:r>
              <a:rPr sz="1200" b="0" dirty="0">
                <a:solidFill>
                  <a:srgbClr val="3A3F50"/>
                </a:solidFill>
                <a:latin typeface="Arial"/>
                <a:ea typeface="Arial"/>
                <a:cs typeface="Arial"/>
              </a:rPr>
              <a:t> </a:t>
            </a:r>
            <a:r>
              <a:rPr sz="1200" b="0" dirty="0" err="1">
                <a:solidFill>
                  <a:srgbClr val="3A3F50"/>
                </a:solidFill>
                <a:latin typeface="Arial"/>
                <a:ea typeface="Arial"/>
                <a:cs typeface="Arial"/>
              </a:rPr>
              <a:t>melalui</a:t>
            </a:r>
            <a:r>
              <a:rPr sz="1200" b="0" dirty="0">
                <a:solidFill>
                  <a:srgbClr val="3A3F50"/>
                </a:solidFill>
                <a:latin typeface="Arial"/>
                <a:ea typeface="Arial"/>
                <a:cs typeface="Arial"/>
              </a:rPr>
              <a:t> </a:t>
            </a:r>
            <a:r>
              <a:rPr sz="1200" b="0" dirty="0" err="1">
                <a:solidFill>
                  <a:srgbClr val="3A3F50"/>
                </a:solidFill>
                <a:latin typeface="Arial"/>
                <a:ea typeface="Arial"/>
                <a:cs typeface="Arial"/>
              </a:rPr>
              <a:t>observasi</a:t>
            </a:r>
            <a:r>
              <a:rPr sz="1200" b="0" dirty="0">
                <a:solidFill>
                  <a:srgbClr val="3A3F50"/>
                </a:solidFill>
                <a:latin typeface="Arial"/>
                <a:ea typeface="Arial"/>
                <a:cs typeface="Arial"/>
              </a:rPr>
              <a:t> dan </a:t>
            </a:r>
            <a:r>
              <a:rPr sz="1200" b="0" dirty="0" err="1">
                <a:solidFill>
                  <a:srgbClr val="3A3F50"/>
                </a:solidFill>
                <a:latin typeface="Arial"/>
                <a:ea typeface="Arial"/>
                <a:cs typeface="Arial"/>
              </a:rPr>
              <a:t>wawancara</a:t>
            </a:r>
            <a:r>
              <a:rPr sz="1200" b="0" dirty="0">
                <a:solidFill>
                  <a:srgbClr val="3A3F50"/>
                </a:solidFill>
                <a:latin typeface="Arial"/>
                <a:ea typeface="Arial"/>
                <a:cs typeface="Arial"/>
              </a:rPr>
              <a:t> </a:t>
            </a:r>
            <a:r>
              <a:rPr sz="1200" b="0" dirty="0" err="1">
                <a:solidFill>
                  <a:srgbClr val="3A3F50"/>
                </a:solidFill>
                <a:latin typeface="Arial"/>
                <a:ea typeface="Arial"/>
                <a:cs typeface="Arial"/>
              </a:rPr>
              <a:t>pengurus</a:t>
            </a:r>
            <a:r>
              <a:rPr sz="1200" b="0" dirty="0">
                <a:solidFill>
                  <a:srgbClr val="3A3F50"/>
                </a:solidFill>
                <a:latin typeface="Arial"/>
                <a:ea typeface="Arial"/>
                <a:cs typeface="Arial"/>
              </a:rPr>
              <a:t>.</a:t>
            </a:r>
          </a:p>
        </p:txBody>
      </p:sp>
    </p:spTree>
    <p:extLst>
      <p:ext uri="{BB962C8B-B14F-4D97-AF65-F5344CB8AC3E}">
        <p14:creationId xmlns:p14="http://schemas.microsoft.com/office/powerpoint/2010/main" val="859895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5" name="Connector: Elbow 324">
            <a:extLst>
              <a:ext uri="{FF2B5EF4-FFF2-40B4-BE49-F238E27FC236}">
                <a16:creationId xmlns:a16="http://schemas.microsoft.com/office/drawing/2014/main" id="{70147E9C-97AE-4916-8218-EB07E42B95DC}"/>
              </a:ext>
            </a:extLst>
          </p:cNvPr>
          <p:cNvCxnSpPr>
            <a:stCxn id="318" idx="2"/>
            <a:endCxn id="321" idx="0"/>
          </p:cNvCxnSpPr>
          <p:nvPr/>
        </p:nvCxnSpPr>
        <p:spPr>
          <a:xfrm>
            <a:off x="4333875" y="3648075"/>
            <a:ext cx="1347788" cy="447675"/>
          </a:xfrm>
          <a:prstGeom prst="bentConnector4">
            <a:avLst>
              <a:gd name="adj1" fmla="val 0"/>
              <a:gd name="adj2" fmla="val 50000"/>
            </a:avLst>
          </a:prstGeom>
          <a:ln w="14288">
            <a:solidFill>
              <a:srgbClr val="008EAB"/>
            </a:solidFill>
            <a:headEnd type="none" w="med" len="med"/>
            <a:tailEnd type="arrow" w="med" len="med"/>
          </a:ln>
        </p:spPr>
      </p:cxnSp>
      <p:cxnSp>
        <p:nvCxnSpPr>
          <p:cNvPr id="324" name="Connector: Elbow 323">
            <a:extLst>
              <a:ext uri="{FF2B5EF4-FFF2-40B4-BE49-F238E27FC236}">
                <a16:creationId xmlns:a16="http://schemas.microsoft.com/office/drawing/2014/main" id="{0A5D11B6-0C54-482B-A155-1E8659D58A3A}"/>
              </a:ext>
            </a:extLst>
          </p:cNvPr>
          <p:cNvCxnSpPr>
            <a:stCxn id="318" idx="3"/>
            <a:endCxn id="320" idx="1"/>
          </p:cNvCxnSpPr>
          <p:nvPr/>
        </p:nvCxnSpPr>
        <p:spPr>
          <a:xfrm>
            <a:off x="5715000" y="2862263"/>
            <a:ext cx="552450" cy="528638"/>
          </a:xfrm>
          <a:prstGeom prst="bentConnector3">
            <a:avLst>
              <a:gd name="adj1" fmla="val 50000"/>
            </a:avLst>
          </a:prstGeom>
          <a:ln w="14288">
            <a:solidFill>
              <a:srgbClr val="008EAB"/>
            </a:solidFill>
            <a:headEnd type="none" w="med" len="med"/>
            <a:tailEnd type="arrow" w="med" len="med"/>
          </a:ln>
        </p:spPr>
      </p:cxnSp>
      <p:cxnSp>
        <p:nvCxnSpPr>
          <p:cNvPr id="323" name="Connector: Elbow 322">
            <a:extLst>
              <a:ext uri="{FF2B5EF4-FFF2-40B4-BE49-F238E27FC236}">
                <a16:creationId xmlns:a16="http://schemas.microsoft.com/office/drawing/2014/main" id="{060543C9-2F11-4CB8-8139-5FCC3FEEF31D}"/>
              </a:ext>
            </a:extLst>
          </p:cNvPr>
          <p:cNvCxnSpPr>
            <a:stCxn id="318" idx="3"/>
            <a:endCxn id="319" idx="1"/>
          </p:cNvCxnSpPr>
          <p:nvPr/>
        </p:nvCxnSpPr>
        <p:spPr>
          <a:xfrm flipV="1">
            <a:off x="5715000" y="2295525"/>
            <a:ext cx="552450" cy="566738"/>
          </a:xfrm>
          <a:prstGeom prst="bentConnector3">
            <a:avLst>
              <a:gd name="adj1" fmla="val 50000"/>
            </a:avLst>
          </a:prstGeom>
          <a:ln w="14288">
            <a:solidFill>
              <a:srgbClr val="008EAB"/>
            </a:solidFill>
            <a:headEnd type="none" w="med" len="med"/>
            <a:tailEnd type="arrow" w="med" len="med"/>
          </a:ln>
        </p:spPr>
      </p:cxnSp>
      <p:cxnSp>
        <p:nvCxnSpPr>
          <p:cNvPr id="322" name="Straight Arrow Connector 321">
            <a:extLst>
              <a:ext uri="{FF2B5EF4-FFF2-40B4-BE49-F238E27FC236}">
                <a16:creationId xmlns:a16="http://schemas.microsoft.com/office/drawing/2014/main" id="{4D4C8210-3124-4AED-BB06-963E4F09A087}"/>
              </a:ext>
            </a:extLst>
          </p:cNvPr>
          <p:cNvCxnSpPr>
            <a:stCxn id="317" idx="3"/>
            <a:endCxn id="318" idx="1"/>
          </p:cNvCxnSpPr>
          <p:nvPr/>
        </p:nvCxnSpPr>
        <p:spPr>
          <a:xfrm flipV="1">
            <a:off x="2466975" y="2862263"/>
            <a:ext cx="485775" cy="14288"/>
          </a:xfrm>
          <a:prstGeom prst="straightConnector1">
            <a:avLst/>
          </a:prstGeom>
          <a:ln w="14288">
            <a:solidFill>
              <a:srgbClr val="008EAB"/>
            </a:solidFill>
            <a:headEnd type="none" w="med" len="med"/>
            <a:tailEnd type="arrow" w="med" len="med"/>
          </a:ln>
        </p:spPr>
      </p:cxnSp>
      <p:sp>
        <p:nvSpPr>
          <p:cNvPr id="313" name="Google Shape;313;p3">
            <a:extLst>
              <a:ext uri="{FF2B5EF4-FFF2-40B4-BE49-F238E27FC236}">
                <a16:creationId xmlns:a16="http://schemas.microsoft.com/office/drawing/2014/main" id="{A6359B87-EC6B-4703-B114-9415BD60C2D5}"/>
              </a:ext>
            </a:extLst>
          </p:cNvPr>
          <p:cNvSpPr>
            <a:spLocks noGrp="1"/>
          </p:cNvSpPr>
          <p:nvPr>
            <p:ph type="body" idx="1"/>
          </p:nvPr>
        </p:nvSpPr>
        <p:spPr>
          <a:xfrm>
            <a:off x="895350" y="1428750"/>
            <a:ext cx="7429500" cy="304800"/>
          </a:xfrm>
          <a:prstGeom prst="rect">
            <a:avLst/>
          </a:prstGeom>
          <a:noFill/>
          <a:ln>
            <a:noFill/>
          </a:ln>
        </p:spPr>
        <p:txBody>
          <a:bodyPr spcFirstLastPara="1" wrap="square" lIns="0" tIns="0" rIns="0" bIns="0" anchor="t">
            <a:noAutofit/>
          </a:bodyPr>
          <a:lstStyle>
            <a:defPPr algn="l">
              <a:defRPr sz="1725" b="1">
                <a:solidFill>
                  <a:srgbClr val="007BB9"/>
                </a:solidFill>
                <a:latin typeface="Arial"/>
                <a:ea typeface="Arial"/>
                <a:cs typeface="Arial"/>
              </a:defRPr>
            </a:defPPr>
          </a:lstStyle>
          <a:p>
            <a:pPr marL="0" indent="0" algn="l">
              <a:spcBef>
                <a:spcPts val="0"/>
              </a:spcBef>
              <a:spcAft>
                <a:spcPts val="0"/>
              </a:spcAft>
              <a:defRPr sz="1725" b="1">
                <a:solidFill>
                  <a:srgbClr val="007BB9"/>
                </a:solidFill>
                <a:latin typeface="Arial"/>
                <a:ea typeface="Arial"/>
                <a:cs typeface="Arial"/>
              </a:defRPr>
            </a:pPr>
            <a:r>
              <a:rPr sz="1725" b="1" dirty="0">
                <a:solidFill>
                  <a:srgbClr val="007BB9"/>
                </a:solidFill>
                <a:latin typeface="Arial"/>
                <a:ea typeface="Arial"/>
                <a:cs typeface="Arial"/>
              </a:rPr>
              <a:t>Peta </a:t>
            </a:r>
            <a:r>
              <a:rPr sz="1725" b="1" dirty="0" err="1">
                <a:solidFill>
                  <a:srgbClr val="007BB9"/>
                </a:solidFill>
                <a:latin typeface="Arial"/>
                <a:ea typeface="Arial"/>
                <a:cs typeface="Arial"/>
              </a:rPr>
              <a:t>konsep</a:t>
            </a:r>
            <a:r>
              <a:rPr sz="1725" b="1" dirty="0">
                <a:solidFill>
                  <a:srgbClr val="007BB9"/>
                </a:solidFill>
                <a:latin typeface="Arial"/>
                <a:ea typeface="Arial"/>
                <a:cs typeface="Arial"/>
              </a:rPr>
              <a:t> </a:t>
            </a:r>
            <a:r>
              <a:rPr sz="1725" b="1" dirty="0" err="1">
                <a:solidFill>
                  <a:srgbClr val="007BB9"/>
                </a:solidFill>
                <a:latin typeface="Arial"/>
                <a:ea typeface="Arial"/>
                <a:cs typeface="Arial"/>
              </a:rPr>
              <a:t>sistem</a:t>
            </a:r>
            <a:r>
              <a:rPr sz="1725" b="1" dirty="0">
                <a:solidFill>
                  <a:srgbClr val="007BB9"/>
                </a:solidFill>
                <a:latin typeface="Arial"/>
                <a:ea typeface="Arial"/>
                <a:cs typeface="Arial"/>
              </a:rPr>
              <a:t> </a:t>
            </a:r>
            <a:r>
              <a:rPr sz="1725" b="1" dirty="0" err="1">
                <a:solidFill>
                  <a:srgbClr val="007BB9"/>
                </a:solidFill>
                <a:latin typeface="Arial"/>
                <a:ea typeface="Arial"/>
                <a:cs typeface="Arial"/>
              </a:rPr>
              <a:t>informasi</a:t>
            </a:r>
            <a:r>
              <a:rPr sz="1725" b="1" dirty="0">
                <a:solidFill>
                  <a:srgbClr val="007BB9"/>
                </a:solidFill>
                <a:latin typeface="Arial"/>
                <a:ea typeface="Arial"/>
                <a:cs typeface="Arial"/>
              </a:rPr>
              <a:t> </a:t>
            </a:r>
            <a:r>
              <a:rPr sz="1725" b="1" dirty="0" err="1">
                <a:solidFill>
                  <a:srgbClr val="007BB9"/>
                </a:solidFill>
                <a:latin typeface="Arial"/>
                <a:ea typeface="Arial"/>
                <a:cs typeface="Arial"/>
              </a:rPr>
              <a:t>berbasis</a:t>
            </a:r>
            <a:r>
              <a:rPr sz="1725" b="1" dirty="0">
                <a:solidFill>
                  <a:srgbClr val="007BB9"/>
                </a:solidFill>
                <a:latin typeface="Arial"/>
                <a:ea typeface="Arial"/>
                <a:cs typeface="Arial"/>
              </a:rPr>
              <a:t> web</a:t>
            </a:r>
          </a:p>
        </p:txBody>
      </p:sp>
      <p:sp>
        <p:nvSpPr>
          <p:cNvPr id="314" name="Google Shape;314;p3">
            <a:extLst>
              <a:ext uri="{FF2B5EF4-FFF2-40B4-BE49-F238E27FC236}">
                <a16:creationId xmlns:a16="http://schemas.microsoft.com/office/drawing/2014/main" id="{BFB284A4-88FE-4FBA-A607-A9A15F40EAFA}"/>
              </a:ext>
            </a:extLst>
          </p:cNvPr>
          <p:cNvSpPr>
            <a:spLocks noGrp="1"/>
          </p:cNvSpPr>
          <p:nvPr>
            <p:ph type="sldNum" idx="12"/>
          </p:nvPr>
        </p:nvSpPr>
        <p:spPr>
          <a:xfrm>
            <a:off x="8649025" y="4636750"/>
            <a:ext cx="456900" cy="468600"/>
          </a:xfrm>
          <a:prstGeom prst="rect">
            <a:avLst/>
          </a:prstGeom>
          <a:noFill/>
          <a:ln>
            <a:noFill/>
          </a:ln>
        </p:spPr>
        <p:txBody>
          <a:bodyPr spcFirstLastPara="1" wrap="square" lIns="0" tIns="0" rIns="0" bIns="0" anchor="b">
            <a:noAutofit/>
          </a:bodyPr>
          <a:lstStyle/>
          <a:p>
            <a:pPr marL="0" lvl="0" indent="0" algn="r">
              <a:lnSpc>
                <a:spcPct val="100000"/>
              </a:lnSpc>
              <a:spcBef>
                <a:spcPts val="0"/>
              </a:spcBef>
              <a:spcAft>
                <a:spcPts val="0"/>
              </a:spcAft>
              <a:buSzPts val="1200"/>
              <a:buNone/>
            </a:pPr>
            <a:fld id="{00000000-1234-1234-1234-123412341234}" type="slidenum">
              <a:t>3</a:t>
            </a:fld>
            <a:endParaRPr/>
          </a:p>
        </p:txBody>
      </p:sp>
      <p:sp>
        <p:nvSpPr>
          <p:cNvPr id="315" name="Google Shape;315;p3">
            <a:extLst>
              <a:ext uri="{FF2B5EF4-FFF2-40B4-BE49-F238E27FC236}">
                <a16:creationId xmlns:a16="http://schemas.microsoft.com/office/drawing/2014/main" id="{93FC305A-3896-4558-8E48-10AEBDC7BF76}"/>
              </a:ext>
            </a:extLst>
          </p:cNvPr>
          <p:cNvSpPr>
            <a:spLocks noGrp="1"/>
          </p:cNvSpPr>
          <p:nvPr/>
        </p:nvSpPr>
        <p:spPr>
          <a:xfrm>
            <a:off x="8073308" y="190340"/>
            <a:ext cx="804167" cy="807891"/>
          </a:xfrm>
          <a:prstGeom prst="rect">
            <a:avLst/>
          </a:prstGeom>
          <a:blipFill rotWithShape="1">
            <a:blip r:embed="rId3">
              <a:alphaModFix/>
            </a:blip>
            <a:stretch>
              <a:fillRect/>
            </a:stretch>
          </a:blip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316" name="Google Shape;316;p3">
            <a:extLst>
              <a:ext uri="{FF2B5EF4-FFF2-40B4-BE49-F238E27FC236}">
                <a16:creationId xmlns:a16="http://schemas.microsoft.com/office/drawing/2014/main" id="{07E7A4D3-9114-484B-B6A3-C5E71AD28386}"/>
              </a:ext>
            </a:extLst>
          </p:cNvPr>
          <p:cNvSpPr>
            <a:spLocks noGrp="1"/>
          </p:cNvSpPr>
          <p:nvPr/>
        </p:nvSpPr>
        <p:spPr>
          <a:xfrm>
            <a:off x="671016" y="594285"/>
            <a:ext cx="6608279" cy="586409"/>
          </a:xfrm>
          <a:prstGeom prst="rect">
            <a:avLst/>
          </a:prstGeom>
          <a:solidFill>
            <a:schemeClr val="accent1"/>
          </a:solidFill>
          <a:ln w="25400" cap="flat" cmpd="sng">
            <a:solidFill>
              <a:srgbClr val="0084A1"/>
            </a:solidFill>
            <a:prstDash val="solid"/>
            <a:round/>
            <a:headEnd type="none" w="sm" len="sm"/>
            <a:tailEnd type="none" w="sm" len="sm"/>
          </a:ln>
        </p:spPr>
        <p:txBody>
          <a:bodyPr spcFirstLastPara="1" wrap="square" lIns="91425" tIns="45700" rIns="91425" bIns="45700" anchor="ctr">
            <a:noAutofit/>
          </a:bodyPr>
          <a:lstStyle/>
          <a:p>
            <a:pPr marL="0" lvl="0" indent="0" algn="l">
              <a:spcBef>
                <a:spcPts val="0"/>
              </a:spcBef>
              <a:spcAft>
                <a:spcPts val="0"/>
              </a:spcAft>
              <a:buClr>
                <a:srgbClr val="000000"/>
              </a:buClr>
              <a:buSzPts val="2800"/>
              <a:buFont typeface="Arial"/>
              <a:buNone/>
            </a:pPr>
            <a:r>
              <a:rPr sz="2800" b="1">
                <a:solidFill>
                  <a:schemeClr val="lt1"/>
                </a:solidFill>
              </a:rPr>
              <a:t>IDE PENYELESAIAN MASALAH</a:t>
            </a:r>
          </a:p>
        </p:txBody>
      </p:sp>
      <p:sp>
        <p:nvSpPr>
          <p:cNvPr id="317" name="Rectangle 316">
            <a:extLst>
              <a:ext uri="{FF2B5EF4-FFF2-40B4-BE49-F238E27FC236}">
                <a16:creationId xmlns:a16="http://schemas.microsoft.com/office/drawing/2014/main" id="{B01119AE-9977-4DDC-AD8C-25147DD3AD21}"/>
              </a:ext>
            </a:extLst>
          </p:cNvPr>
          <p:cNvSpPr>
            <a:spLocks noGrp="1"/>
          </p:cNvSpPr>
          <p:nvPr/>
        </p:nvSpPr>
        <p:spPr>
          <a:xfrm>
            <a:off x="895350" y="2333625"/>
            <a:ext cx="1571625" cy="1085850"/>
          </a:xfrm>
          <a:prstGeom prst="rect">
            <a:avLst/>
          </a:prstGeom>
          <a:solidFill>
            <a:srgbClr val="FFFFFF"/>
          </a:solidFill>
          <a:ln w="14288">
            <a:solidFill>
              <a:srgbClr val="008EAB"/>
            </a:solidFill>
          </a:ln>
        </p:spPr>
        <p:txBody>
          <a:bodyPr wrap="square" lIns="85725" tIns="85725" rIns="85725" bIns="85725" anchor="ctr"/>
          <a:lstStyle>
            <a:defPPr algn="ctr">
              <a:defRPr sz="1500">
                <a:solidFill>
                  <a:srgbClr val="3A3F50"/>
                </a:solidFill>
                <a:latin typeface="Arial"/>
                <a:ea typeface="Arial"/>
                <a:cs typeface="Arial"/>
              </a:defRPr>
            </a:defPPr>
          </a:lstStyle>
          <a:p>
            <a:pPr algn="ctr">
              <a:defRPr sz="1500">
                <a:solidFill>
                  <a:srgbClr val="3A3F50"/>
                </a:solidFill>
                <a:latin typeface="Arial"/>
                <a:ea typeface="Arial"/>
                <a:cs typeface="Arial"/>
              </a:defRPr>
            </a:pPr>
            <a:r>
              <a:rPr sz="1500">
                <a:solidFill>
                  <a:srgbClr val="3A3F50"/>
                </a:solidFill>
                <a:latin typeface="Arial"/>
                <a:ea typeface="Arial"/>
                <a:cs typeface="Arial"/>
              </a:rPr>
              <a:t>Pengunjung</a:t>
            </a:r>
          </a:p>
          <a:p>
            <a:pPr algn="ctr">
              <a:defRPr sz="1500">
                <a:solidFill>
                  <a:srgbClr val="3A3F50"/>
                </a:solidFill>
                <a:latin typeface="Arial"/>
                <a:ea typeface="Arial"/>
                <a:cs typeface="Arial"/>
              </a:defRPr>
            </a:pPr>
            <a:r>
              <a:rPr sz="1500">
                <a:solidFill>
                  <a:srgbClr val="3A3F50"/>
                </a:solidFill>
                <a:latin typeface="Arial"/>
                <a:ea typeface="Arial"/>
                <a:cs typeface="Arial"/>
              </a:rPr>
              <a:t>Donatur</a:t>
            </a:r>
          </a:p>
          <a:p>
            <a:pPr algn="ctr">
              <a:defRPr sz="1500">
                <a:solidFill>
                  <a:srgbClr val="3A3F50"/>
                </a:solidFill>
                <a:latin typeface="Arial"/>
                <a:ea typeface="Arial"/>
                <a:cs typeface="Arial"/>
              </a:defRPr>
            </a:pPr>
            <a:r>
              <a:rPr sz="1500">
                <a:solidFill>
                  <a:srgbClr val="3A3F50"/>
                </a:solidFill>
                <a:latin typeface="Arial"/>
                <a:ea typeface="Arial"/>
                <a:cs typeface="Arial"/>
              </a:rPr>
              <a:t>Pengurus</a:t>
            </a:r>
          </a:p>
        </p:txBody>
      </p:sp>
      <p:sp>
        <p:nvSpPr>
          <p:cNvPr id="318" name="Rectangle 317">
            <a:extLst>
              <a:ext uri="{FF2B5EF4-FFF2-40B4-BE49-F238E27FC236}">
                <a16:creationId xmlns:a16="http://schemas.microsoft.com/office/drawing/2014/main" id="{BFF039E6-B934-4E5D-9D80-B08D00EEE1AF}"/>
              </a:ext>
            </a:extLst>
          </p:cNvPr>
          <p:cNvSpPr>
            <a:spLocks noGrp="1"/>
          </p:cNvSpPr>
          <p:nvPr/>
        </p:nvSpPr>
        <p:spPr>
          <a:xfrm>
            <a:off x="2952750" y="2076450"/>
            <a:ext cx="2762250" cy="1571625"/>
          </a:xfrm>
          <a:prstGeom prst="rect">
            <a:avLst/>
          </a:prstGeom>
          <a:solidFill>
            <a:srgbClr val="FFFFFF"/>
          </a:solidFill>
          <a:ln w="14288">
            <a:solidFill>
              <a:srgbClr val="008EAB"/>
            </a:solidFill>
          </a:ln>
        </p:spPr>
        <p:txBody>
          <a:bodyPr wrap="square" lIns="85725" tIns="85725" rIns="85725" bIns="85725" anchor="ctr"/>
          <a:lstStyle>
            <a:defPPr algn="ctr">
              <a:defRPr sz="1500">
                <a:solidFill>
                  <a:srgbClr val="3A3F50"/>
                </a:solidFill>
                <a:latin typeface="Arial"/>
                <a:ea typeface="Arial"/>
                <a:cs typeface="Arial"/>
              </a:defRPr>
            </a:defPPr>
          </a:lstStyle>
          <a:p>
            <a:pPr algn="ctr">
              <a:defRPr sz="1500">
                <a:solidFill>
                  <a:srgbClr val="3A3F50"/>
                </a:solidFill>
                <a:latin typeface="Arial"/>
                <a:ea typeface="Arial"/>
                <a:cs typeface="Arial"/>
              </a:defRPr>
            </a:pPr>
            <a:r>
              <a:rPr sz="1500">
                <a:solidFill>
                  <a:srgbClr val="3A3F50"/>
                </a:solidFill>
                <a:latin typeface="Arial"/>
                <a:ea typeface="Arial"/>
                <a:cs typeface="Arial"/>
              </a:rPr>
              <a:t>Website publik dan</a:t>
            </a:r>
          </a:p>
          <a:p>
            <a:pPr algn="ctr">
              <a:defRPr sz="1500">
                <a:solidFill>
                  <a:srgbClr val="3A3F50"/>
                </a:solidFill>
                <a:latin typeface="Arial"/>
                <a:ea typeface="Arial"/>
                <a:cs typeface="Arial"/>
              </a:defRPr>
            </a:pPr>
            <a:r>
              <a:rPr sz="1500">
                <a:solidFill>
                  <a:srgbClr val="3A3F50"/>
                </a:solidFill>
                <a:latin typeface="Arial"/>
                <a:ea typeface="Arial"/>
                <a:cs typeface="Arial"/>
              </a:rPr>
              <a:t>dashboard pengurus</a:t>
            </a:r>
          </a:p>
          <a:p>
            <a:endParaRPr sz="1500">
              <a:solidFill>
                <a:srgbClr val="3A3F50"/>
              </a:solidFill>
              <a:latin typeface="Arial"/>
              <a:ea typeface="Arial"/>
              <a:cs typeface="Arial"/>
            </a:endParaRPr>
          </a:p>
          <a:p>
            <a:pPr algn="ctr">
              <a:defRPr sz="1500">
                <a:solidFill>
                  <a:srgbClr val="3A3F50"/>
                </a:solidFill>
                <a:latin typeface="Arial"/>
                <a:ea typeface="Arial"/>
                <a:cs typeface="Arial"/>
              </a:defRPr>
            </a:pPr>
            <a:r>
              <a:rPr sz="1500">
                <a:solidFill>
                  <a:srgbClr val="3A3F50"/>
                </a:solidFill>
                <a:latin typeface="Arial"/>
                <a:ea typeface="Arial"/>
                <a:cs typeface="Arial"/>
              </a:rPr>
              <a:t>Profil, donasi, bantuan,</a:t>
            </a:r>
          </a:p>
          <a:p>
            <a:pPr algn="ctr">
              <a:defRPr sz="1500">
                <a:solidFill>
                  <a:srgbClr val="3A3F50"/>
                </a:solidFill>
                <a:latin typeface="Arial"/>
                <a:ea typeface="Arial"/>
                <a:cs typeface="Arial"/>
              </a:defRPr>
            </a:pPr>
            <a:r>
              <a:rPr sz="1500">
                <a:solidFill>
                  <a:srgbClr val="3A3F50"/>
                </a:solidFill>
                <a:latin typeface="Arial"/>
                <a:ea typeface="Arial"/>
                <a:cs typeface="Arial"/>
              </a:rPr>
              <a:t>kebutuhan, kunjungan</a:t>
            </a:r>
          </a:p>
        </p:txBody>
      </p:sp>
      <p:sp>
        <p:nvSpPr>
          <p:cNvPr id="319" name="Rectangle 318">
            <a:extLst>
              <a:ext uri="{FF2B5EF4-FFF2-40B4-BE49-F238E27FC236}">
                <a16:creationId xmlns:a16="http://schemas.microsoft.com/office/drawing/2014/main" id="{69C3BA89-D6E3-4C09-ABC4-220B9187A6EC}"/>
              </a:ext>
            </a:extLst>
          </p:cNvPr>
          <p:cNvSpPr>
            <a:spLocks noGrp="1"/>
          </p:cNvSpPr>
          <p:nvPr/>
        </p:nvSpPr>
        <p:spPr>
          <a:xfrm>
            <a:off x="6267450" y="1857375"/>
            <a:ext cx="2143125" cy="876300"/>
          </a:xfrm>
          <a:prstGeom prst="rect">
            <a:avLst/>
          </a:prstGeom>
          <a:solidFill>
            <a:srgbClr val="FFFFFF"/>
          </a:solidFill>
          <a:ln w="14288">
            <a:solidFill>
              <a:srgbClr val="008EAB"/>
            </a:solidFill>
          </a:ln>
        </p:spPr>
        <p:txBody>
          <a:bodyPr wrap="square" lIns="85725" tIns="85725" rIns="85725" bIns="85725" anchor="ctr"/>
          <a:lstStyle>
            <a:defPPr algn="ctr">
              <a:defRPr sz="1500">
                <a:solidFill>
                  <a:srgbClr val="3A3F50"/>
                </a:solidFill>
                <a:latin typeface="Arial"/>
                <a:ea typeface="Arial"/>
                <a:cs typeface="Arial"/>
              </a:defRPr>
            </a:defPPr>
          </a:lstStyle>
          <a:p>
            <a:pPr algn="ctr">
              <a:defRPr sz="1500">
                <a:solidFill>
                  <a:srgbClr val="3A3F50"/>
                </a:solidFill>
                <a:latin typeface="Arial"/>
                <a:ea typeface="Arial"/>
                <a:cs typeface="Arial"/>
              </a:defRPr>
            </a:pPr>
            <a:r>
              <a:rPr sz="1500">
                <a:solidFill>
                  <a:srgbClr val="3A3F50"/>
                </a:solidFill>
                <a:latin typeface="Arial"/>
                <a:ea typeface="Arial"/>
                <a:cs typeface="Arial"/>
              </a:rPr>
              <a:t>Midtrans Sandbox</a:t>
            </a:r>
          </a:p>
          <a:p>
            <a:pPr algn="ctr">
              <a:defRPr sz="1500">
                <a:solidFill>
                  <a:srgbClr val="3A3F50"/>
                </a:solidFill>
                <a:latin typeface="Arial"/>
                <a:ea typeface="Arial"/>
                <a:cs typeface="Arial"/>
              </a:defRPr>
            </a:pPr>
            <a:r>
              <a:rPr sz="1500">
                <a:solidFill>
                  <a:srgbClr val="3A3F50"/>
                </a:solidFill>
                <a:latin typeface="Arial"/>
                <a:ea typeface="Arial"/>
                <a:cs typeface="Arial"/>
              </a:rPr>
              <a:t>Pembayaran dan</a:t>
            </a:r>
          </a:p>
          <a:p>
            <a:pPr algn="ctr">
              <a:defRPr sz="1500">
                <a:solidFill>
                  <a:srgbClr val="3A3F50"/>
                </a:solidFill>
                <a:latin typeface="Arial"/>
                <a:ea typeface="Arial"/>
                <a:cs typeface="Arial"/>
              </a:defRPr>
            </a:pPr>
            <a:r>
              <a:rPr sz="1500">
                <a:solidFill>
                  <a:srgbClr val="3A3F50"/>
                </a:solidFill>
                <a:latin typeface="Arial"/>
                <a:ea typeface="Arial"/>
                <a:cs typeface="Arial"/>
              </a:rPr>
              <a:t>status transaksi</a:t>
            </a:r>
          </a:p>
        </p:txBody>
      </p:sp>
      <p:sp>
        <p:nvSpPr>
          <p:cNvPr id="320" name="Rectangle 319">
            <a:extLst>
              <a:ext uri="{FF2B5EF4-FFF2-40B4-BE49-F238E27FC236}">
                <a16:creationId xmlns:a16="http://schemas.microsoft.com/office/drawing/2014/main" id="{8AFED1FC-3853-4CBC-87EB-2396E36EF786}"/>
              </a:ext>
            </a:extLst>
          </p:cNvPr>
          <p:cNvSpPr>
            <a:spLocks noGrp="1"/>
          </p:cNvSpPr>
          <p:nvPr/>
        </p:nvSpPr>
        <p:spPr>
          <a:xfrm>
            <a:off x="6267450" y="2952750"/>
            <a:ext cx="2143125" cy="876300"/>
          </a:xfrm>
          <a:prstGeom prst="rect">
            <a:avLst/>
          </a:prstGeom>
          <a:solidFill>
            <a:srgbClr val="FFFFFF"/>
          </a:solidFill>
          <a:ln w="14288">
            <a:solidFill>
              <a:srgbClr val="008EAB"/>
            </a:solidFill>
          </a:ln>
        </p:spPr>
        <p:txBody>
          <a:bodyPr wrap="square" lIns="85725" tIns="85725" rIns="85725" bIns="85725" anchor="ctr"/>
          <a:lstStyle>
            <a:defPPr algn="ctr">
              <a:defRPr sz="1500">
                <a:solidFill>
                  <a:srgbClr val="3A3F50"/>
                </a:solidFill>
                <a:latin typeface="Arial"/>
                <a:ea typeface="Arial"/>
                <a:cs typeface="Arial"/>
              </a:defRPr>
            </a:defPPr>
          </a:lstStyle>
          <a:p>
            <a:pPr algn="ctr">
              <a:defRPr sz="1500">
                <a:solidFill>
                  <a:srgbClr val="3A3F50"/>
                </a:solidFill>
                <a:latin typeface="Arial"/>
                <a:ea typeface="Arial"/>
                <a:cs typeface="Arial"/>
              </a:defRPr>
            </a:pPr>
            <a:r>
              <a:rPr sz="1500">
                <a:solidFill>
                  <a:srgbClr val="3A3F50"/>
                </a:solidFill>
                <a:latin typeface="Arial"/>
                <a:ea typeface="Arial"/>
                <a:cs typeface="Arial"/>
              </a:rPr>
              <a:t>WhatsApp Gateway</a:t>
            </a:r>
          </a:p>
          <a:p>
            <a:pPr algn="ctr">
              <a:defRPr sz="1500">
                <a:solidFill>
                  <a:srgbClr val="3A3F50"/>
                </a:solidFill>
                <a:latin typeface="Arial"/>
                <a:ea typeface="Arial"/>
                <a:cs typeface="Arial"/>
              </a:defRPr>
            </a:pPr>
            <a:r>
              <a:rPr sz="1500">
                <a:solidFill>
                  <a:srgbClr val="3A3F50"/>
                </a:solidFill>
                <a:latin typeface="Arial"/>
                <a:ea typeface="Arial"/>
                <a:cs typeface="Arial"/>
              </a:rPr>
              <a:t>Notifikasi status</a:t>
            </a:r>
          </a:p>
          <a:p>
            <a:pPr algn="ctr">
              <a:defRPr sz="1500">
                <a:solidFill>
                  <a:srgbClr val="3A3F50"/>
                </a:solidFill>
                <a:latin typeface="Arial"/>
                <a:ea typeface="Arial"/>
                <a:cs typeface="Arial"/>
              </a:defRPr>
            </a:pPr>
            <a:r>
              <a:rPr sz="1500">
                <a:solidFill>
                  <a:srgbClr val="3A3F50"/>
                </a:solidFill>
                <a:latin typeface="Arial"/>
                <a:ea typeface="Arial"/>
                <a:cs typeface="Arial"/>
              </a:rPr>
              <a:t>layanan panti</a:t>
            </a:r>
          </a:p>
        </p:txBody>
      </p:sp>
      <p:sp>
        <p:nvSpPr>
          <p:cNvPr id="321" name="Rectangle 320">
            <a:extLst>
              <a:ext uri="{FF2B5EF4-FFF2-40B4-BE49-F238E27FC236}">
                <a16:creationId xmlns:a16="http://schemas.microsoft.com/office/drawing/2014/main" id="{7C545E6F-1546-4A27-BAD9-193933EF8F86}"/>
              </a:ext>
            </a:extLst>
          </p:cNvPr>
          <p:cNvSpPr>
            <a:spLocks noGrp="1"/>
          </p:cNvSpPr>
          <p:nvPr/>
        </p:nvSpPr>
        <p:spPr>
          <a:xfrm>
            <a:off x="2952750" y="4095750"/>
            <a:ext cx="5457825" cy="619125"/>
          </a:xfrm>
          <a:prstGeom prst="rect">
            <a:avLst/>
          </a:prstGeom>
          <a:solidFill>
            <a:srgbClr val="FFFFFF"/>
          </a:solidFill>
          <a:ln w="14288">
            <a:solidFill>
              <a:srgbClr val="008EAB"/>
            </a:solidFill>
          </a:ln>
        </p:spPr>
        <p:txBody>
          <a:bodyPr wrap="square" lIns="85725" tIns="85725" rIns="85725" bIns="85725" anchor="ctr"/>
          <a:lstStyle>
            <a:defPPr algn="ctr">
              <a:defRPr sz="1500">
                <a:solidFill>
                  <a:srgbClr val="3A3F50"/>
                </a:solidFill>
                <a:latin typeface="Arial"/>
                <a:ea typeface="Arial"/>
                <a:cs typeface="Arial"/>
              </a:defRPr>
            </a:defPPr>
          </a:lstStyle>
          <a:p>
            <a:pPr algn="ctr">
              <a:defRPr sz="1500">
                <a:solidFill>
                  <a:srgbClr val="3A3F50"/>
                </a:solidFill>
                <a:latin typeface="Arial"/>
                <a:ea typeface="Arial"/>
                <a:cs typeface="Arial"/>
              </a:defRPr>
            </a:pPr>
            <a:r>
              <a:rPr sz="1500">
                <a:solidFill>
                  <a:srgbClr val="3A3F50"/>
                </a:solidFill>
                <a:latin typeface="Arial"/>
                <a:ea typeface="Arial"/>
                <a:cs typeface="Arial"/>
              </a:rPr>
              <a:t>MySQL</a:t>
            </a:r>
          </a:p>
          <a:p>
            <a:pPr algn="ctr">
              <a:defRPr sz="1500">
                <a:solidFill>
                  <a:srgbClr val="3A3F50"/>
                </a:solidFill>
                <a:latin typeface="Arial"/>
                <a:ea typeface="Arial"/>
                <a:cs typeface="Arial"/>
              </a:defRPr>
            </a:pPr>
            <a:r>
              <a:rPr sz="1500">
                <a:solidFill>
                  <a:srgbClr val="3A3F50"/>
                </a:solidFill>
                <a:latin typeface="Arial"/>
                <a:ea typeface="Arial"/>
                <a:cs typeface="Arial"/>
              </a:rPr>
              <a:t>Data layanan dan laporan per periode</a:t>
            </a:r>
          </a:p>
        </p:txBody>
      </p:sp>
    </p:spTree>
    <p:extLst>
      <p:ext uri="{BB962C8B-B14F-4D97-AF65-F5344CB8AC3E}">
        <p14:creationId xmlns:p14="http://schemas.microsoft.com/office/powerpoint/2010/main" val="209995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Google Shape;321;p5">
            <a:extLst>
              <a:ext uri="{FF2B5EF4-FFF2-40B4-BE49-F238E27FC236}">
                <a16:creationId xmlns:a16="http://schemas.microsoft.com/office/drawing/2014/main" id="{6B9C67DD-AC50-45A0-9BBD-153A23C1AD69}"/>
              </a:ext>
            </a:extLst>
          </p:cNvPr>
          <p:cNvSpPr>
            <a:spLocks noGrp="1"/>
          </p:cNvSpPr>
          <p:nvPr>
            <p:ph type="body" idx="1"/>
          </p:nvPr>
        </p:nvSpPr>
        <p:spPr>
          <a:xfrm>
            <a:off x="895350" y="1495425"/>
            <a:ext cx="7429500" cy="304800"/>
          </a:xfrm>
          <a:prstGeom prst="rect">
            <a:avLst/>
          </a:prstGeom>
          <a:noFill/>
          <a:ln>
            <a:noFill/>
          </a:ln>
        </p:spPr>
        <p:txBody>
          <a:bodyPr spcFirstLastPara="1" wrap="square" lIns="0" tIns="0" rIns="0" bIns="0" anchor="t">
            <a:noAutofit/>
          </a:bodyPr>
          <a:lstStyle>
            <a:defPPr algn="l">
              <a:defRPr sz="1725" b="1">
                <a:solidFill>
                  <a:srgbClr val="007BB9"/>
                </a:solidFill>
                <a:latin typeface="Arial"/>
                <a:ea typeface="Arial"/>
                <a:cs typeface="Arial"/>
              </a:defRPr>
            </a:defPPr>
          </a:lstStyle>
          <a:p>
            <a:pPr marL="0" indent="0" algn="l">
              <a:spcBef>
                <a:spcPts val="0"/>
              </a:spcBef>
              <a:spcAft>
                <a:spcPts val="0"/>
              </a:spcAft>
              <a:defRPr sz="1725" b="1">
                <a:solidFill>
                  <a:srgbClr val="007BB9"/>
                </a:solidFill>
                <a:latin typeface="Arial"/>
                <a:ea typeface="Arial"/>
                <a:cs typeface="Arial"/>
              </a:defRPr>
            </a:pPr>
            <a:r>
              <a:rPr sz="1725" b="1">
                <a:solidFill>
                  <a:srgbClr val="007BB9"/>
                </a:solidFill>
                <a:latin typeface="Arial"/>
                <a:ea typeface="Arial"/>
                <a:cs typeface="Arial"/>
              </a:rPr>
              <a:t>Kebutuhan fungsional</a:t>
            </a:r>
          </a:p>
        </p:txBody>
      </p:sp>
      <p:sp>
        <p:nvSpPr>
          <p:cNvPr id="322" name="Google Shape;322;p5">
            <a:extLst>
              <a:ext uri="{FF2B5EF4-FFF2-40B4-BE49-F238E27FC236}">
                <a16:creationId xmlns:a16="http://schemas.microsoft.com/office/drawing/2014/main" id="{82A97EEF-3F79-41FC-BFB5-C9EE8E89A545}"/>
              </a:ext>
            </a:extLst>
          </p:cNvPr>
          <p:cNvSpPr>
            <a:spLocks noGrp="1"/>
          </p:cNvSpPr>
          <p:nvPr>
            <p:ph type="sldNum" idx="12"/>
          </p:nvPr>
        </p:nvSpPr>
        <p:spPr>
          <a:xfrm>
            <a:off x="8649025" y="4636750"/>
            <a:ext cx="456900" cy="468600"/>
          </a:xfrm>
          <a:prstGeom prst="rect">
            <a:avLst/>
          </a:prstGeom>
          <a:noFill/>
          <a:ln>
            <a:noFill/>
          </a:ln>
        </p:spPr>
        <p:txBody>
          <a:bodyPr spcFirstLastPara="1" wrap="square" lIns="0" tIns="0" rIns="0" bIns="0" anchor="b">
            <a:noAutofit/>
          </a:bodyPr>
          <a:lstStyle/>
          <a:p>
            <a:pPr marL="0" lvl="0" indent="0" algn="r">
              <a:lnSpc>
                <a:spcPct val="100000"/>
              </a:lnSpc>
              <a:spcBef>
                <a:spcPts val="0"/>
              </a:spcBef>
              <a:spcAft>
                <a:spcPts val="0"/>
              </a:spcAft>
              <a:buSzPts val="1200"/>
              <a:buNone/>
            </a:pPr>
            <a:fld id="{00000000-1234-1234-1234-123412341234}" type="slidenum">
              <a:t>4</a:t>
            </a:fld>
            <a:endParaRPr/>
          </a:p>
        </p:txBody>
      </p:sp>
      <p:sp>
        <p:nvSpPr>
          <p:cNvPr id="323" name="Google Shape;323;p5">
            <a:extLst>
              <a:ext uri="{FF2B5EF4-FFF2-40B4-BE49-F238E27FC236}">
                <a16:creationId xmlns:a16="http://schemas.microsoft.com/office/drawing/2014/main" id="{C6513731-2AE7-4758-A504-67F61662B4B5}"/>
              </a:ext>
            </a:extLst>
          </p:cNvPr>
          <p:cNvSpPr>
            <a:spLocks noGrp="1"/>
          </p:cNvSpPr>
          <p:nvPr/>
        </p:nvSpPr>
        <p:spPr>
          <a:xfrm>
            <a:off x="8073308" y="190340"/>
            <a:ext cx="804167" cy="807891"/>
          </a:xfrm>
          <a:prstGeom prst="rect">
            <a:avLst/>
          </a:prstGeom>
          <a:blipFill rotWithShape="1">
            <a:blip r:embed="rId3">
              <a:alphaModFix/>
            </a:blip>
            <a:stretch>
              <a:fillRect/>
            </a:stretch>
          </a:blip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324" name="Google Shape;324;p5">
            <a:extLst>
              <a:ext uri="{FF2B5EF4-FFF2-40B4-BE49-F238E27FC236}">
                <a16:creationId xmlns:a16="http://schemas.microsoft.com/office/drawing/2014/main" id="{0451B66D-EE58-4D6F-9277-00848D7B164F}"/>
              </a:ext>
            </a:extLst>
          </p:cNvPr>
          <p:cNvSpPr>
            <a:spLocks noGrp="1"/>
          </p:cNvSpPr>
          <p:nvPr/>
        </p:nvSpPr>
        <p:spPr>
          <a:xfrm>
            <a:off x="671016" y="594285"/>
            <a:ext cx="5685182" cy="586409"/>
          </a:xfrm>
          <a:prstGeom prst="rect">
            <a:avLst/>
          </a:prstGeom>
          <a:solidFill>
            <a:schemeClr val="accent1"/>
          </a:solidFill>
          <a:ln w="25400" cap="flat" cmpd="sng">
            <a:solidFill>
              <a:srgbClr val="0084A1"/>
            </a:solidFill>
            <a:prstDash val="solid"/>
            <a:round/>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2800"/>
              <a:buFont typeface="Arial"/>
              <a:buNone/>
            </a:pPr>
            <a:r>
              <a:rPr sz="2800" b="1" i="0" u="none" strike="noStrike" cap="none">
                <a:solidFill>
                  <a:srgbClr val="FFFFFF"/>
                </a:solidFill>
                <a:latin typeface="Arial"/>
                <a:ea typeface="Arial"/>
                <a:cs typeface="Arial"/>
              </a:rPr>
              <a:t>ANALISIS KEBUTUHAN</a:t>
            </a:r>
            <a:endParaRPr sz="1400" b="0" i="0" u="none" strike="noStrike" cap="none">
              <a:solidFill>
                <a:srgbClr val="000000"/>
              </a:solidFill>
              <a:latin typeface="Arial"/>
              <a:ea typeface="Arial"/>
              <a:cs typeface="Arial"/>
            </a:endParaRPr>
          </a:p>
        </p:txBody>
      </p:sp>
      <p:sp>
        <p:nvSpPr>
          <p:cNvPr id="325" name="Rectangle 324">
            <a:extLst>
              <a:ext uri="{FF2B5EF4-FFF2-40B4-BE49-F238E27FC236}">
                <a16:creationId xmlns:a16="http://schemas.microsoft.com/office/drawing/2014/main" id="{7C315693-3350-4BE5-B00B-EC3156B86A1B}"/>
              </a:ext>
            </a:extLst>
          </p:cNvPr>
          <p:cNvSpPr>
            <a:spLocks noGrp="1"/>
          </p:cNvSpPr>
          <p:nvPr/>
        </p:nvSpPr>
        <p:spPr>
          <a:xfrm>
            <a:off x="895350" y="1952625"/>
            <a:ext cx="7505700" cy="44767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1. Publikasi profil, kegiatan, berita, galeri, dan kebutuhan panti.</a:t>
            </a:r>
          </a:p>
        </p:txBody>
      </p:sp>
      <p:sp>
        <p:nvSpPr>
          <p:cNvPr id="326" name="Rectangle 325">
            <a:extLst>
              <a:ext uri="{FF2B5EF4-FFF2-40B4-BE49-F238E27FC236}">
                <a16:creationId xmlns:a16="http://schemas.microsoft.com/office/drawing/2014/main" id="{73C0172A-E533-4C15-BDF8-74FB7F4197BB}"/>
              </a:ext>
            </a:extLst>
          </p:cNvPr>
          <p:cNvSpPr>
            <a:spLocks noGrp="1"/>
          </p:cNvSpPr>
          <p:nvPr/>
        </p:nvSpPr>
        <p:spPr>
          <a:xfrm>
            <a:off x="895350" y="2409825"/>
            <a:ext cx="7505700" cy="44767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2. Donasi uang, pilihan nominal, pembayaran digital, dan riwayat status.</a:t>
            </a:r>
          </a:p>
        </p:txBody>
      </p:sp>
      <p:sp>
        <p:nvSpPr>
          <p:cNvPr id="327" name="Rectangle 326">
            <a:extLst>
              <a:ext uri="{FF2B5EF4-FFF2-40B4-BE49-F238E27FC236}">
                <a16:creationId xmlns:a16="http://schemas.microsoft.com/office/drawing/2014/main" id="{81542E53-C97F-430D-9FB3-717D92F2FB6C}"/>
              </a:ext>
            </a:extLst>
          </p:cNvPr>
          <p:cNvSpPr>
            <a:spLocks noGrp="1"/>
          </p:cNvSpPr>
          <p:nvPr/>
        </p:nvSpPr>
        <p:spPr>
          <a:xfrm>
            <a:off x="895350" y="2867025"/>
            <a:ext cx="7505700" cy="44767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3. Pengajuan bantuan barang, rincian item, konfirmasi, dan penerimaan.</a:t>
            </a:r>
          </a:p>
        </p:txBody>
      </p:sp>
      <p:sp>
        <p:nvSpPr>
          <p:cNvPr id="328" name="Rectangle 327">
            <a:extLst>
              <a:ext uri="{FF2B5EF4-FFF2-40B4-BE49-F238E27FC236}">
                <a16:creationId xmlns:a16="http://schemas.microsoft.com/office/drawing/2014/main" id="{11E80638-E3C7-4AE9-AED2-128A87EBC45D}"/>
              </a:ext>
            </a:extLst>
          </p:cNvPr>
          <p:cNvSpPr>
            <a:spLocks noGrp="1"/>
          </p:cNvSpPr>
          <p:nvPr/>
        </p:nvSpPr>
        <p:spPr>
          <a:xfrm>
            <a:off x="895350" y="3324225"/>
            <a:ext cx="7505700" cy="44767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4. Pendaftaran kunjungan, persetujuan jadwal, kalender, dan buku tamu.</a:t>
            </a:r>
          </a:p>
        </p:txBody>
      </p:sp>
      <p:sp>
        <p:nvSpPr>
          <p:cNvPr id="329" name="Rectangle 328">
            <a:extLst>
              <a:ext uri="{FF2B5EF4-FFF2-40B4-BE49-F238E27FC236}">
                <a16:creationId xmlns:a16="http://schemas.microsoft.com/office/drawing/2014/main" id="{E4EB6E89-058E-4080-91E7-131E97F15F45}"/>
              </a:ext>
            </a:extLst>
          </p:cNvPr>
          <p:cNvSpPr>
            <a:spLocks noGrp="1"/>
          </p:cNvSpPr>
          <p:nvPr/>
        </p:nvSpPr>
        <p:spPr>
          <a:xfrm>
            <a:off x="895350" y="3781425"/>
            <a:ext cx="7505700" cy="44767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5. Login pengurus, pengelolaan data, dan notifikasi WhatsApp.</a:t>
            </a:r>
          </a:p>
        </p:txBody>
      </p:sp>
      <p:sp>
        <p:nvSpPr>
          <p:cNvPr id="330" name="Rectangle 329">
            <a:extLst>
              <a:ext uri="{FF2B5EF4-FFF2-40B4-BE49-F238E27FC236}">
                <a16:creationId xmlns:a16="http://schemas.microsoft.com/office/drawing/2014/main" id="{5715B76A-3537-4C7F-A01F-A0752DB27ED1}"/>
              </a:ext>
            </a:extLst>
          </p:cNvPr>
          <p:cNvSpPr>
            <a:spLocks noGrp="1"/>
          </p:cNvSpPr>
          <p:nvPr/>
        </p:nvSpPr>
        <p:spPr>
          <a:xfrm>
            <a:off x="895350" y="4238625"/>
            <a:ext cx="7505700" cy="447675"/>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6. Dashboard statistik dan laporan berfilter periode dalam format PDF/Excel.</a:t>
            </a:r>
          </a:p>
        </p:txBody>
      </p:sp>
    </p:spTree>
    <p:extLst>
      <p:ext uri="{BB962C8B-B14F-4D97-AF65-F5344CB8AC3E}">
        <p14:creationId xmlns:p14="http://schemas.microsoft.com/office/powerpoint/2010/main" val="129249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Google Shape;329;g30c4565d067_0_7">
            <a:extLst>
              <a:ext uri="{FF2B5EF4-FFF2-40B4-BE49-F238E27FC236}">
                <a16:creationId xmlns:a16="http://schemas.microsoft.com/office/drawing/2014/main" id="{1A79927D-739C-444B-AFE0-538751EE02AA}"/>
              </a:ext>
            </a:extLst>
          </p:cNvPr>
          <p:cNvSpPr>
            <a:spLocks noGrp="1"/>
          </p:cNvSpPr>
          <p:nvPr>
            <p:ph type="body" idx="1"/>
          </p:nvPr>
        </p:nvSpPr>
        <p:spPr>
          <a:xfrm>
            <a:off x="895350" y="1495425"/>
            <a:ext cx="7429500" cy="304800"/>
          </a:xfrm>
          <a:prstGeom prst="rect">
            <a:avLst/>
          </a:prstGeom>
          <a:noFill/>
          <a:ln>
            <a:noFill/>
          </a:ln>
        </p:spPr>
        <p:txBody>
          <a:bodyPr spcFirstLastPara="1" wrap="square" lIns="0" tIns="0" rIns="0" bIns="0" anchor="t">
            <a:noAutofit/>
          </a:bodyPr>
          <a:lstStyle>
            <a:defPPr algn="l">
              <a:defRPr sz="1725" b="1">
                <a:solidFill>
                  <a:srgbClr val="007BB9"/>
                </a:solidFill>
                <a:latin typeface="Arial"/>
                <a:ea typeface="Arial"/>
                <a:cs typeface="Arial"/>
              </a:defRPr>
            </a:defPPr>
          </a:lstStyle>
          <a:p>
            <a:pPr marL="0" indent="0" algn="l">
              <a:spcBef>
                <a:spcPts val="0"/>
              </a:spcBef>
              <a:spcAft>
                <a:spcPts val="0"/>
              </a:spcAft>
              <a:defRPr sz="1725" b="1">
                <a:solidFill>
                  <a:srgbClr val="007BB9"/>
                </a:solidFill>
                <a:latin typeface="Arial"/>
                <a:ea typeface="Arial"/>
                <a:cs typeface="Arial"/>
              </a:defRPr>
            </a:pPr>
            <a:r>
              <a:rPr sz="1725" b="1">
                <a:solidFill>
                  <a:srgbClr val="007BB9"/>
                </a:solidFill>
                <a:latin typeface="Arial"/>
                <a:ea typeface="Arial"/>
                <a:cs typeface="Arial"/>
              </a:rPr>
              <a:t>Kebutuhan nonfungsional</a:t>
            </a:r>
          </a:p>
        </p:txBody>
      </p:sp>
      <p:sp>
        <p:nvSpPr>
          <p:cNvPr id="330" name="Google Shape;330;g30c4565d067_0_7">
            <a:extLst>
              <a:ext uri="{FF2B5EF4-FFF2-40B4-BE49-F238E27FC236}">
                <a16:creationId xmlns:a16="http://schemas.microsoft.com/office/drawing/2014/main" id="{83C2741E-7DFF-45DC-8E82-6F7DDC494F1E}"/>
              </a:ext>
            </a:extLst>
          </p:cNvPr>
          <p:cNvSpPr>
            <a:spLocks noGrp="1"/>
          </p:cNvSpPr>
          <p:nvPr>
            <p:ph type="sldNum" idx="12"/>
          </p:nvPr>
        </p:nvSpPr>
        <p:spPr>
          <a:xfrm>
            <a:off x="8649025" y="4636750"/>
            <a:ext cx="456900" cy="468600"/>
          </a:xfrm>
          <a:prstGeom prst="rect">
            <a:avLst/>
          </a:prstGeom>
          <a:noFill/>
          <a:ln>
            <a:noFill/>
          </a:ln>
        </p:spPr>
        <p:txBody>
          <a:bodyPr spcFirstLastPara="1" wrap="square" lIns="0" tIns="0" rIns="0" bIns="0" anchor="b">
            <a:noAutofit/>
          </a:bodyPr>
          <a:lstStyle/>
          <a:p>
            <a:pPr marL="0" lvl="0" indent="0" algn="r">
              <a:lnSpc>
                <a:spcPct val="100000"/>
              </a:lnSpc>
              <a:spcBef>
                <a:spcPts val="0"/>
              </a:spcBef>
              <a:spcAft>
                <a:spcPts val="0"/>
              </a:spcAft>
              <a:buSzPts val="1200"/>
              <a:buNone/>
            </a:pPr>
            <a:fld id="{00000000-1234-1234-1234-123412341234}" type="slidenum">
              <a:t>5</a:t>
            </a:fld>
            <a:endParaRPr/>
          </a:p>
        </p:txBody>
      </p:sp>
      <p:sp>
        <p:nvSpPr>
          <p:cNvPr id="331" name="Google Shape;331;g30c4565d067_0_7">
            <a:extLst>
              <a:ext uri="{FF2B5EF4-FFF2-40B4-BE49-F238E27FC236}">
                <a16:creationId xmlns:a16="http://schemas.microsoft.com/office/drawing/2014/main" id="{72B585FB-7321-4336-95B2-424AFB148B16}"/>
              </a:ext>
            </a:extLst>
          </p:cNvPr>
          <p:cNvSpPr>
            <a:spLocks noGrp="1"/>
          </p:cNvSpPr>
          <p:nvPr/>
        </p:nvSpPr>
        <p:spPr>
          <a:xfrm>
            <a:off x="8073308" y="190340"/>
            <a:ext cx="804300" cy="807900"/>
          </a:xfrm>
          <a:prstGeom prst="rect">
            <a:avLst/>
          </a:prstGeom>
          <a:blipFill rotWithShape="1">
            <a:blip r:embed="rId3">
              <a:alphaModFix/>
            </a:blip>
            <a:stretch>
              <a:fillRect/>
            </a:stretch>
          </a:blip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332" name="Google Shape;332;g30c4565d067_0_7">
            <a:extLst>
              <a:ext uri="{FF2B5EF4-FFF2-40B4-BE49-F238E27FC236}">
                <a16:creationId xmlns:a16="http://schemas.microsoft.com/office/drawing/2014/main" id="{3DD13930-0FA0-4507-BE02-9F2027607079}"/>
              </a:ext>
            </a:extLst>
          </p:cNvPr>
          <p:cNvSpPr>
            <a:spLocks noGrp="1"/>
          </p:cNvSpPr>
          <p:nvPr/>
        </p:nvSpPr>
        <p:spPr>
          <a:xfrm>
            <a:off x="671016" y="594285"/>
            <a:ext cx="5685300" cy="586500"/>
          </a:xfrm>
          <a:prstGeom prst="rect">
            <a:avLst/>
          </a:prstGeom>
          <a:solidFill>
            <a:schemeClr val="accent1"/>
          </a:solidFill>
          <a:ln w="25400" cap="flat" cmpd="sng">
            <a:solidFill>
              <a:srgbClr val="0084A1"/>
            </a:solidFill>
            <a:prstDash val="solid"/>
            <a:round/>
            <a:headEnd type="none" w="sm" len="sm"/>
            <a:tailEnd type="none" w="sm" len="sm"/>
          </a:ln>
        </p:spPr>
        <p:txBody>
          <a:bodyPr spcFirstLastPara="1" wrap="square" lIns="91425" tIns="45700" rIns="91425" bIns="45700" anchor="ctr">
            <a:noAutofit/>
          </a:bodyPr>
          <a:lstStyle/>
          <a:p>
            <a:pPr marL="0" marR="0" lvl="0" indent="0" algn="l">
              <a:lnSpc>
                <a:spcPct val="100000"/>
              </a:lnSpc>
              <a:spcBef>
                <a:spcPts val="0"/>
              </a:spcBef>
              <a:spcAft>
                <a:spcPts val="0"/>
              </a:spcAft>
              <a:buClr>
                <a:srgbClr val="000000"/>
              </a:buClr>
              <a:buSzPts val="2800"/>
              <a:buFont typeface="Arial"/>
              <a:buNone/>
            </a:pPr>
            <a:r>
              <a:rPr sz="2800" b="1" i="0" u="none" strike="noStrike" cap="none">
                <a:solidFill>
                  <a:srgbClr val="FFFFFF"/>
                </a:solidFill>
                <a:latin typeface="Arial"/>
                <a:ea typeface="Arial"/>
                <a:cs typeface="Arial"/>
              </a:rPr>
              <a:t>ANALISIS KEBUTUHAN</a:t>
            </a:r>
            <a:endParaRPr sz="1400" b="0" i="0" u="none" strike="noStrike" cap="none">
              <a:solidFill>
                <a:srgbClr val="000000"/>
              </a:solidFill>
              <a:latin typeface="Arial"/>
              <a:ea typeface="Arial"/>
              <a:cs typeface="Arial"/>
            </a:endParaRPr>
          </a:p>
        </p:txBody>
      </p:sp>
      <p:sp>
        <p:nvSpPr>
          <p:cNvPr id="333" name="Rectangle 332">
            <a:extLst>
              <a:ext uri="{FF2B5EF4-FFF2-40B4-BE49-F238E27FC236}">
                <a16:creationId xmlns:a16="http://schemas.microsoft.com/office/drawing/2014/main" id="{5E39CD28-D938-45E5-A184-0FCB10A6A4C2}"/>
              </a:ext>
            </a:extLst>
          </p:cNvPr>
          <p:cNvSpPr>
            <a:spLocks noGrp="1"/>
          </p:cNvSpPr>
          <p:nvPr/>
        </p:nvSpPr>
        <p:spPr>
          <a:xfrm>
            <a:off x="895350" y="1971675"/>
            <a:ext cx="7505700" cy="438150"/>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1. Kemudahan penggunaan: tampilan responsif pada ponsel dan desktop.</a:t>
            </a:r>
          </a:p>
        </p:txBody>
      </p:sp>
      <p:sp>
        <p:nvSpPr>
          <p:cNvPr id="334" name="Rectangle 333">
            <a:extLst>
              <a:ext uri="{FF2B5EF4-FFF2-40B4-BE49-F238E27FC236}">
                <a16:creationId xmlns:a16="http://schemas.microsoft.com/office/drawing/2014/main" id="{674BE85C-F93D-41F6-80AE-0C29E5752079}"/>
              </a:ext>
            </a:extLst>
          </p:cNvPr>
          <p:cNvSpPr>
            <a:spLocks noGrp="1"/>
          </p:cNvSpPr>
          <p:nvPr/>
        </p:nvSpPr>
        <p:spPr>
          <a:xfrm>
            <a:off x="895350" y="2419350"/>
            <a:ext cx="7505700" cy="438150"/>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2. Keamanan: autentikasi pengurus, validasi input, dan pembatasan akses.</a:t>
            </a:r>
          </a:p>
        </p:txBody>
      </p:sp>
      <p:sp>
        <p:nvSpPr>
          <p:cNvPr id="335" name="Rectangle 334">
            <a:extLst>
              <a:ext uri="{FF2B5EF4-FFF2-40B4-BE49-F238E27FC236}">
                <a16:creationId xmlns:a16="http://schemas.microsoft.com/office/drawing/2014/main" id="{D0FA509C-A948-4F93-9E6D-5BF4D07F3A99}"/>
              </a:ext>
            </a:extLst>
          </p:cNvPr>
          <p:cNvSpPr>
            <a:spLocks noGrp="1"/>
          </p:cNvSpPr>
          <p:nvPr/>
        </p:nvSpPr>
        <p:spPr>
          <a:xfrm>
            <a:off x="895350" y="2867025"/>
            <a:ext cx="7505700" cy="438150"/>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3. Integritas data: verifikasi pembayaran dan pencegahan transaksi ganda.</a:t>
            </a:r>
          </a:p>
        </p:txBody>
      </p:sp>
      <p:sp>
        <p:nvSpPr>
          <p:cNvPr id="336" name="Rectangle 335">
            <a:extLst>
              <a:ext uri="{FF2B5EF4-FFF2-40B4-BE49-F238E27FC236}">
                <a16:creationId xmlns:a16="http://schemas.microsoft.com/office/drawing/2014/main" id="{704DADAE-033C-4A17-928A-D21FFF4B4CEF}"/>
              </a:ext>
            </a:extLst>
          </p:cNvPr>
          <p:cNvSpPr>
            <a:spLocks noGrp="1"/>
          </p:cNvSpPr>
          <p:nvPr/>
        </p:nvSpPr>
        <p:spPr>
          <a:xfrm>
            <a:off x="895350" y="3314700"/>
            <a:ext cx="7505700" cy="438150"/>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4. Privasi: riwayat melalui tautan pribadi dan perlindungan data pengguna.</a:t>
            </a:r>
          </a:p>
        </p:txBody>
      </p:sp>
      <p:sp>
        <p:nvSpPr>
          <p:cNvPr id="337" name="Rectangle 336">
            <a:extLst>
              <a:ext uri="{FF2B5EF4-FFF2-40B4-BE49-F238E27FC236}">
                <a16:creationId xmlns:a16="http://schemas.microsoft.com/office/drawing/2014/main" id="{5E88B8BC-CD9A-4EFF-9F13-EC3515BE133B}"/>
              </a:ext>
            </a:extLst>
          </p:cNvPr>
          <p:cNvSpPr>
            <a:spLocks noGrp="1"/>
          </p:cNvSpPr>
          <p:nvPr/>
        </p:nvSpPr>
        <p:spPr>
          <a:xfrm>
            <a:off x="895350" y="3762375"/>
            <a:ext cx="7505700" cy="438150"/>
          </a:xfrm>
          <a:prstGeom prst="rect">
            <a:avLst/>
          </a:prstGeom>
          <a:noFill/>
          <a:ln w="0">
            <a:noFill/>
          </a:ln>
        </p:spPr>
        <p:txBody>
          <a:bodyPr wrap="square" lIns="0" tIns="0" rIns="0" bIns="0" anchor="t"/>
          <a:lstStyle>
            <a:defPPr>
              <a:defRPr sz="1600" b="0">
                <a:solidFill>
                  <a:srgbClr val="3A3F50"/>
                </a:solidFill>
                <a:latin typeface="Arial"/>
                <a:ea typeface="Arial"/>
                <a:cs typeface="Arial"/>
              </a:defRPr>
            </a:defPPr>
          </a:lstStyle>
          <a:p>
            <a:pPr marL="0" indent="0">
              <a:spcBef>
                <a:spcPts val="0"/>
              </a:spcBef>
              <a:spcAft>
                <a:spcPts val="0"/>
              </a:spcAft>
              <a:defRPr sz="1600" b="0">
                <a:solidFill>
                  <a:srgbClr val="3A3F50"/>
                </a:solidFill>
                <a:latin typeface="Arial"/>
                <a:ea typeface="Arial"/>
                <a:cs typeface="Arial"/>
              </a:defRPr>
            </a:pPr>
            <a:r>
              <a:rPr sz="1600" b="0">
                <a:solidFill>
                  <a:srgbClr val="3A3F50"/>
                </a:solidFill>
                <a:latin typeface="Arial"/>
                <a:ea typeface="Arial"/>
                <a:cs typeface="Arial"/>
              </a:rPr>
              <a:t>5. Pemeliharaan: Laravel dan MySQL dengan layanan integrasi terpisah.</a:t>
            </a:r>
          </a:p>
        </p:txBody>
      </p:sp>
      <p:sp>
        <p:nvSpPr>
          <p:cNvPr id="338" name="Rectangle 337">
            <a:extLst>
              <a:ext uri="{FF2B5EF4-FFF2-40B4-BE49-F238E27FC236}">
                <a16:creationId xmlns:a16="http://schemas.microsoft.com/office/drawing/2014/main" id="{9FCF8328-0AB1-452F-9E8B-49DF63EF888D}"/>
              </a:ext>
            </a:extLst>
          </p:cNvPr>
          <p:cNvSpPr>
            <a:spLocks noGrp="1"/>
          </p:cNvSpPr>
          <p:nvPr/>
        </p:nvSpPr>
        <p:spPr>
          <a:xfrm>
            <a:off x="895350" y="4438650"/>
            <a:ext cx="7429500" cy="409575"/>
          </a:xfrm>
          <a:prstGeom prst="rect">
            <a:avLst/>
          </a:prstGeom>
          <a:noFill/>
          <a:ln w="0">
            <a:noFill/>
          </a:ln>
        </p:spPr>
        <p:txBody>
          <a:bodyPr wrap="square" lIns="0" tIns="0" rIns="0" bIns="0" anchor="t"/>
          <a:lstStyle>
            <a:defPPr>
              <a:defRPr sz="1500" b="1">
                <a:solidFill>
                  <a:srgbClr val="007BB9"/>
                </a:solidFill>
                <a:latin typeface="Arial"/>
                <a:ea typeface="Arial"/>
                <a:cs typeface="Arial"/>
              </a:defRPr>
            </a:defPPr>
          </a:lstStyle>
          <a:p>
            <a:pPr marL="0" indent="0">
              <a:spcBef>
                <a:spcPts val="0"/>
              </a:spcBef>
              <a:spcAft>
                <a:spcPts val="0"/>
              </a:spcAft>
              <a:defRPr sz="1500" b="1">
                <a:solidFill>
                  <a:srgbClr val="007BB9"/>
                </a:solidFill>
                <a:latin typeface="Arial"/>
                <a:ea typeface="Arial"/>
                <a:cs typeface="Arial"/>
              </a:defRPr>
            </a:pPr>
            <a:r>
              <a:rPr sz="1500" b="1">
                <a:solidFill>
                  <a:srgbClr val="007BB9"/>
                </a:solidFill>
                <a:latin typeface="Arial"/>
                <a:ea typeface="Arial"/>
                <a:cs typeface="Arial"/>
              </a:rPr>
              <a:t>Rencana validasi: black box testing, pengujian integrasi, dan UAT pengurus.</a:t>
            </a:r>
          </a:p>
        </p:txBody>
      </p:sp>
    </p:spTree>
    <p:extLst>
      <p:ext uri="{BB962C8B-B14F-4D97-AF65-F5344CB8AC3E}">
        <p14:creationId xmlns:p14="http://schemas.microsoft.com/office/powerpoint/2010/main" val="47865701"/>
      </p:ext>
    </p:extLst>
  </p:cSld>
  <p:clrMapOvr>
    <a:masterClrMapping/>
  </p:clrMapOvr>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34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34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829</Words>
  <Application>Microsoft Office PowerPoint</Application>
  <DocSecurity>0</DocSecurity>
  <PresentationFormat>On-screen Show (16:9)</PresentationFormat>
  <Paragraphs>66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vt:lpstr>
      <vt:lpstr>Arial</vt:lpstr>
      <vt:lpstr>Barlow Light</vt:lpstr>
      <vt:lpstr>Raleway Thin</vt:lpstr>
      <vt:lpstr>Gaoler template</vt:lpstr>
      <vt:lpstr>Sistem Informasi Profil dan Pengelolaan Donasi serta Bantuan Terintegrasi Payment Gateway dan WhatsApp Gateway pada Panti Asuhan NU An-Nuur 2 Kota Kediri</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sang surya</cp:lastModifiedBy>
  <cp:revision>3</cp:revision>
  <dcterms:created xsi:type="dcterms:W3CDTF">2026-10-12T08:00:41Z</dcterms:created>
  <dcterms:modified xsi:type="dcterms:W3CDTF">2026-10-19T08:36:25Z</dcterms:modified>
</cp:coreProperties>
</file>